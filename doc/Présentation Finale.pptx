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4"/>
  </p:sldMasterIdLst>
  <p:notesMasterIdLst>
    <p:notesMasterId r:id="rId41"/>
  </p:notesMasterIdLst>
  <p:sldIdLst>
    <p:sldId id="256" r:id="rId5"/>
    <p:sldId id="257" r:id="rId6"/>
    <p:sldId id="262" r:id="rId7"/>
    <p:sldId id="279" r:id="rId8"/>
    <p:sldId id="287" r:id="rId9"/>
    <p:sldId id="283" r:id="rId10"/>
    <p:sldId id="277" r:id="rId11"/>
    <p:sldId id="286" r:id="rId12"/>
    <p:sldId id="309" r:id="rId13"/>
    <p:sldId id="281" r:id="rId14"/>
    <p:sldId id="282" r:id="rId15"/>
    <p:sldId id="284" r:id="rId16"/>
    <p:sldId id="285" r:id="rId17"/>
    <p:sldId id="288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89" r:id="rId26"/>
    <p:sldId id="298" r:id="rId27"/>
    <p:sldId id="297" r:id="rId28"/>
    <p:sldId id="299" r:id="rId29"/>
    <p:sldId id="303" r:id="rId30"/>
    <p:sldId id="300" r:id="rId31"/>
    <p:sldId id="308" r:id="rId32"/>
    <p:sldId id="307" r:id="rId33"/>
    <p:sldId id="301" r:id="rId34"/>
    <p:sldId id="302" r:id="rId35"/>
    <p:sldId id="306" r:id="rId36"/>
    <p:sldId id="304" r:id="rId37"/>
    <p:sldId id="265" r:id="rId38"/>
    <p:sldId id="305" r:id="rId39"/>
    <p:sldId id="263" r:id="rId40"/>
  </p:sldIdLst>
  <p:sldSz cx="9144000" cy="5715000" type="screen16x1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8AEFA23D-3A79-4F41-B3A4-D09C8F7FA73D}">
          <p14:sldIdLst>
            <p14:sldId id="256"/>
            <p14:sldId id="257"/>
            <p14:sldId id="262"/>
            <p14:sldId id="279"/>
            <p14:sldId id="287"/>
            <p14:sldId id="283"/>
            <p14:sldId id="277"/>
            <p14:sldId id="286"/>
            <p14:sldId id="309"/>
            <p14:sldId id="281"/>
            <p14:sldId id="282"/>
            <p14:sldId id="284"/>
            <p14:sldId id="285"/>
            <p14:sldId id="288"/>
            <p14:sldId id="290"/>
            <p14:sldId id="291"/>
            <p14:sldId id="292"/>
            <p14:sldId id="293"/>
            <p14:sldId id="294"/>
            <p14:sldId id="295"/>
            <p14:sldId id="296"/>
            <p14:sldId id="289"/>
            <p14:sldId id="298"/>
            <p14:sldId id="297"/>
            <p14:sldId id="299"/>
            <p14:sldId id="303"/>
            <p14:sldId id="300"/>
            <p14:sldId id="308"/>
            <p14:sldId id="307"/>
            <p14:sldId id="301"/>
            <p14:sldId id="302"/>
            <p14:sldId id="306"/>
            <p14:sldId id="304"/>
            <p14:sldId id="265"/>
            <p14:sldId id="305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411DD7-1072-3648-BAF1-F08F5C2E89C6}" v="57" dt="2025-06-19T21:23:18.115"/>
    <p1510:client id="{9BF899E2-8319-40B5-8AF4-84036731AA14}" v="9" dt="2025-06-20T06:30:44.4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70" autoAdjust="0"/>
    <p:restoredTop sz="84384" autoAdjust="0"/>
  </p:normalViewPr>
  <p:slideViewPr>
    <p:cSldViewPr>
      <p:cViewPr varScale="1">
        <p:scale>
          <a:sx n="128" d="100"/>
          <a:sy n="128" d="100"/>
        </p:scale>
        <p:origin x="2296" y="168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ienne De Oliveira" userId="361cb836-5cdc-446f-a11f-94166f94595e" providerId="ADAL" clId="{614D6E22-C85A-BB46-9EB3-FE45BCAD31F2}"/>
    <pc:docChg chg="undo custSel addSld delSld modSld modSection">
      <pc:chgData name="Etienne De Oliveira" userId="361cb836-5cdc-446f-a11f-94166f94595e" providerId="ADAL" clId="{614D6E22-C85A-BB46-9EB3-FE45BCAD31F2}" dt="2025-01-31T09:37:15.865" v="527" actId="20577"/>
      <pc:docMkLst>
        <pc:docMk/>
      </pc:docMkLst>
      <pc:sldChg chg="modSp mod">
        <pc:chgData name="Etienne De Oliveira" userId="361cb836-5cdc-446f-a11f-94166f94595e" providerId="ADAL" clId="{614D6E22-C85A-BB46-9EB3-FE45BCAD31F2}" dt="2025-01-30T13:17:25.799" v="19" actId="20577"/>
        <pc:sldMkLst>
          <pc:docMk/>
          <pc:sldMk cId="338938032" sldId="256"/>
        </pc:sldMkLst>
      </pc:sldChg>
      <pc:sldChg chg="modSp mod">
        <pc:chgData name="Etienne De Oliveira" userId="361cb836-5cdc-446f-a11f-94166f94595e" providerId="ADAL" clId="{614D6E22-C85A-BB46-9EB3-FE45BCAD31F2}" dt="2025-01-31T09:36:56.020" v="526" actId="20577"/>
        <pc:sldMkLst>
          <pc:docMk/>
          <pc:sldMk cId="1884078658" sldId="257"/>
        </pc:sldMkLst>
      </pc:sldChg>
      <pc:sldChg chg="addSp delSp modSp mod">
        <pc:chgData name="Etienne De Oliveira" userId="361cb836-5cdc-446f-a11f-94166f94595e" providerId="ADAL" clId="{614D6E22-C85A-BB46-9EB3-FE45BCAD31F2}" dt="2025-01-30T13:30:24.607" v="40" actId="14100"/>
        <pc:sldMkLst>
          <pc:docMk/>
          <pc:sldMk cId="1080584059" sldId="258"/>
        </pc:sldMkLst>
      </pc:sldChg>
      <pc:sldChg chg="addSp delSp modSp mod chgLayout modNotesTx">
        <pc:chgData name="Etienne De Oliveira" userId="361cb836-5cdc-446f-a11f-94166f94595e" providerId="ADAL" clId="{614D6E22-C85A-BB46-9EB3-FE45BCAD31F2}" dt="2025-01-31T09:37:15.865" v="527" actId="20577"/>
        <pc:sldMkLst>
          <pc:docMk/>
          <pc:sldMk cId="3139300647" sldId="259"/>
        </pc:sldMkLst>
      </pc:sldChg>
      <pc:sldChg chg="addSp delSp modSp mod">
        <pc:chgData name="Etienne De Oliveira" userId="361cb836-5cdc-446f-a11f-94166f94595e" providerId="ADAL" clId="{614D6E22-C85A-BB46-9EB3-FE45BCAD31F2}" dt="2025-01-30T20:41:46.684" v="130" actId="1076"/>
        <pc:sldMkLst>
          <pc:docMk/>
          <pc:sldMk cId="2907996921" sldId="262"/>
        </pc:sldMkLst>
      </pc:sldChg>
      <pc:sldChg chg="modSp mod">
        <pc:chgData name="Etienne De Oliveira" userId="361cb836-5cdc-446f-a11f-94166f94595e" providerId="ADAL" clId="{614D6E22-C85A-BB46-9EB3-FE45BCAD31F2}" dt="2025-01-30T13:43:25.921" v="85" actId="20577"/>
        <pc:sldMkLst>
          <pc:docMk/>
          <pc:sldMk cId="326612822" sldId="265"/>
        </pc:sldMkLst>
      </pc:sldChg>
      <pc:sldChg chg="del">
        <pc:chgData name="Etienne De Oliveira" userId="361cb836-5cdc-446f-a11f-94166f94595e" providerId="ADAL" clId="{614D6E22-C85A-BB46-9EB3-FE45BCAD31F2}" dt="2025-01-30T13:29:42.871" v="36" actId="2696"/>
        <pc:sldMkLst>
          <pc:docMk/>
          <pc:sldMk cId="1055931126" sldId="268"/>
        </pc:sldMkLst>
      </pc:sldChg>
      <pc:sldChg chg="del">
        <pc:chgData name="Etienne De Oliveira" userId="361cb836-5cdc-446f-a11f-94166f94595e" providerId="ADAL" clId="{614D6E22-C85A-BB46-9EB3-FE45BCAD31F2}" dt="2025-01-30T13:29:40.673" v="35" actId="2696"/>
        <pc:sldMkLst>
          <pc:docMk/>
          <pc:sldMk cId="1703575271" sldId="269"/>
        </pc:sldMkLst>
      </pc:sldChg>
      <pc:sldChg chg="addSp delSp modSp mod chgLayout">
        <pc:chgData name="Etienne De Oliveira" userId="361cb836-5cdc-446f-a11f-94166f94595e" providerId="ADAL" clId="{614D6E22-C85A-BB46-9EB3-FE45BCAD31F2}" dt="2025-01-30T20:46:29.870" v="211" actId="14100"/>
        <pc:sldMkLst>
          <pc:docMk/>
          <pc:sldMk cId="417768486" sldId="270"/>
        </pc:sldMkLst>
      </pc:sldChg>
      <pc:sldChg chg="addSp modSp new mod">
        <pc:chgData name="Etienne De Oliveira" userId="361cb836-5cdc-446f-a11f-94166f94595e" providerId="ADAL" clId="{614D6E22-C85A-BB46-9EB3-FE45BCAD31F2}" dt="2025-01-30T13:34:43.737" v="75" actId="1076"/>
        <pc:sldMkLst>
          <pc:docMk/>
          <pc:sldMk cId="2990409059" sldId="271"/>
        </pc:sldMkLst>
      </pc:sldChg>
      <pc:sldChg chg="addSp modSp new mod">
        <pc:chgData name="Etienne De Oliveira" userId="361cb836-5cdc-446f-a11f-94166f94595e" providerId="ADAL" clId="{614D6E22-C85A-BB46-9EB3-FE45BCAD31F2}" dt="2025-01-30T13:35:25.631" v="78" actId="1076"/>
        <pc:sldMkLst>
          <pc:docMk/>
          <pc:sldMk cId="1949435807" sldId="272"/>
        </pc:sldMkLst>
      </pc:sldChg>
      <pc:sldChg chg="addSp modSp new mod">
        <pc:chgData name="Etienne De Oliveira" userId="361cb836-5cdc-446f-a11f-94166f94595e" providerId="ADAL" clId="{614D6E22-C85A-BB46-9EB3-FE45BCAD31F2}" dt="2025-01-30T13:35:38.022" v="81" actId="1076"/>
        <pc:sldMkLst>
          <pc:docMk/>
          <pc:sldMk cId="1644629197" sldId="273"/>
        </pc:sldMkLst>
      </pc:sldChg>
      <pc:sldChg chg="addSp modSp new mod">
        <pc:chgData name="Etienne De Oliveira" userId="361cb836-5cdc-446f-a11f-94166f94595e" providerId="ADAL" clId="{614D6E22-C85A-BB46-9EB3-FE45BCAD31F2}" dt="2025-01-30T13:35:51.295" v="84" actId="1076"/>
        <pc:sldMkLst>
          <pc:docMk/>
          <pc:sldMk cId="2279731488" sldId="274"/>
        </pc:sldMkLst>
      </pc:sldChg>
      <pc:sldChg chg="addSp delSp modSp new mod">
        <pc:chgData name="Etienne De Oliveira" userId="361cb836-5cdc-446f-a11f-94166f94595e" providerId="ADAL" clId="{614D6E22-C85A-BB46-9EB3-FE45BCAD31F2}" dt="2025-01-31T09:16:50.661" v="283" actId="1076"/>
        <pc:sldMkLst>
          <pc:docMk/>
          <pc:sldMk cId="4004316768" sldId="275"/>
        </pc:sldMkLst>
      </pc:sldChg>
      <pc:sldChg chg="modSp new mod">
        <pc:chgData name="Etienne De Oliveira" userId="361cb836-5cdc-446f-a11f-94166f94595e" providerId="ADAL" clId="{614D6E22-C85A-BB46-9EB3-FE45BCAD31F2}" dt="2025-01-31T09:35:37.330" v="521" actId="20577"/>
        <pc:sldMkLst>
          <pc:docMk/>
          <pc:sldMk cId="4038827297" sldId="276"/>
        </pc:sldMkLst>
      </pc:sldChg>
    </pc:docChg>
  </pc:docChgLst>
  <pc:docChgLst>
    <pc:chgData name="Etienne De Oliveira" userId="361cb836-5cdc-446f-a11f-94166f94595e" providerId="ADAL" clId="{325EC866-8B24-41BD-A3A7-325DF465542F}"/>
    <pc:docChg chg="custSel modSld">
      <pc:chgData name="Etienne De Oliveira" userId="361cb836-5cdc-446f-a11f-94166f94595e" providerId="ADAL" clId="{325EC866-8B24-41BD-A3A7-325DF465542F}" dt="2022-09-28T19:06:44.023" v="300" actId="20577"/>
      <pc:docMkLst>
        <pc:docMk/>
      </pc:docMkLst>
      <pc:sldChg chg="modSp mod">
        <pc:chgData name="Etienne De Oliveira" userId="361cb836-5cdc-446f-a11f-94166f94595e" providerId="ADAL" clId="{325EC866-8B24-41BD-A3A7-325DF465542F}" dt="2022-09-28T19:06:14.380" v="258" actId="20577"/>
        <pc:sldMkLst>
          <pc:docMk/>
          <pc:sldMk cId="3906485143" sldId="260"/>
        </pc:sldMkLst>
      </pc:sldChg>
      <pc:sldChg chg="modSp mod">
        <pc:chgData name="Etienne De Oliveira" userId="361cb836-5cdc-446f-a11f-94166f94595e" providerId="ADAL" clId="{325EC866-8B24-41BD-A3A7-325DF465542F}" dt="2022-09-28T19:06:44.023" v="300" actId="20577"/>
        <pc:sldMkLst>
          <pc:docMk/>
          <pc:sldMk cId="154361783" sldId="263"/>
        </pc:sldMkLst>
      </pc:sldChg>
    </pc:docChg>
  </pc:docChgLst>
  <pc:docChgLst>
    <pc:chgData name="Etienne De Oliveira" userId="361cb836-5cdc-446f-a11f-94166f94595e" providerId="ADAL" clId="{22814A0D-A1E8-4843-A974-C2BBE5F9DC5D}"/>
    <pc:docChg chg="undo custSel delSld modSld modMainMaster">
      <pc:chgData name="Etienne De Oliveira" userId="361cb836-5cdc-446f-a11f-94166f94595e" providerId="ADAL" clId="{22814A0D-A1E8-4843-A974-C2BBE5F9DC5D}" dt="2024-12-13T07:22:09.613" v="295" actId="1076"/>
      <pc:docMkLst>
        <pc:docMk/>
      </pc:docMkLst>
      <pc:sldChg chg="delSp modSp mod">
        <pc:chgData name="Etienne De Oliveira" userId="361cb836-5cdc-446f-a11f-94166f94595e" providerId="ADAL" clId="{22814A0D-A1E8-4843-A974-C2BBE5F9DC5D}" dt="2024-12-11T11:51:22.927" v="80" actId="20577"/>
        <pc:sldMkLst>
          <pc:docMk/>
          <pc:sldMk cId="338938032" sldId="256"/>
        </pc:sldMkLst>
      </pc:sldChg>
      <pc:sldChg chg="modSp mod">
        <pc:chgData name="Etienne De Oliveira" userId="361cb836-5cdc-446f-a11f-94166f94595e" providerId="ADAL" clId="{22814A0D-A1E8-4843-A974-C2BBE5F9DC5D}" dt="2024-12-11T11:54:35.067" v="156" actId="27636"/>
        <pc:sldMkLst>
          <pc:docMk/>
          <pc:sldMk cId="1884078658" sldId="257"/>
        </pc:sldMkLst>
      </pc:sldChg>
      <pc:sldChg chg="addSp delSp modSp mod modNotesTx">
        <pc:chgData name="Etienne De Oliveira" userId="361cb836-5cdc-446f-a11f-94166f94595e" providerId="ADAL" clId="{22814A0D-A1E8-4843-A974-C2BBE5F9DC5D}" dt="2024-12-13T06:59:42.356" v="241" actId="1076"/>
        <pc:sldMkLst>
          <pc:docMk/>
          <pc:sldMk cId="1080584059" sldId="258"/>
        </pc:sldMkLst>
      </pc:sldChg>
      <pc:sldChg chg="modSp mod modNotesTx">
        <pc:chgData name="Etienne De Oliveira" userId="361cb836-5cdc-446f-a11f-94166f94595e" providerId="ADAL" clId="{22814A0D-A1E8-4843-A974-C2BBE5F9DC5D}" dt="2024-12-11T11:56:35.609" v="224" actId="20577"/>
        <pc:sldMkLst>
          <pc:docMk/>
          <pc:sldMk cId="3139300647" sldId="259"/>
        </pc:sldMkLst>
      </pc:sldChg>
      <pc:sldChg chg="delSp modSp mod modNotesTx">
        <pc:chgData name="Etienne De Oliveira" userId="361cb836-5cdc-446f-a11f-94166f94595e" providerId="ADAL" clId="{22814A0D-A1E8-4843-A974-C2BBE5F9DC5D}" dt="2024-12-13T07:22:09.613" v="295" actId="1076"/>
        <pc:sldMkLst>
          <pc:docMk/>
          <pc:sldMk cId="2907996921" sldId="262"/>
        </pc:sldMkLst>
      </pc:sldChg>
      <pc:sldChg chg="modSp mod">
        <pc:chgData name="Etienne De Oliveira" userId="361cb836-5cdc-446f-a11f-94166f94595e" providerId="ADAL" clId="{22814A0D-A1E8-4843-A974-C2BBE5F9DC5D}" dt="2024-12-11T11:56:44.635" v="229" actId="20577"/>
        <pc:sldMkLst>
          <pc:docMk/>
          <pc:sldMk cId="326612822" sldId="265"/>
        </pc:sldMkLst>
      </pc:sldChg>
      <pc:sldChg chg="del">
        <pc:chgData name="Etienne De Oliveira" userId="361cb836-5cdc-446f-a11f-94166f94595e" providerId="ADAL" clId="{22814A0D-A1E8-4843-A974-C2BBE5F9DC5D}" dt="2024-12-11T11:56:50.959" v="230" actId="47"/>
        <pc:sldMkLst>
          <pc:docMk/>
          <pc:sldMk cId="3936942062" sldId="266"/>
        </pc:sldMkLst>
      </pc:sldChg>
      <pc:sldChg chg="modSp mod">
        <pc:chgData name="Etienne De Oliveira" userId="361cb836-5cdc-446f-a11f-94166f94595e" providerId="ADAL" clId="{22814A0D-A1E8-4843-A974-C2BBE5F9DC5D}" dt="2024-12-11T11:56:55.527" v="231" actId="20577"/>
        <pc:sldMkLst>
          <pc:docMk/>
          <pc:sldMk cId="592460231" sldId="267"/>
        </pc:sldMkLst>
      </pc:sldChg>
      <pc:sldChg chg="modSp mod modNotesTx">
        <pc:chgData name="Etienne De Oliveira" userId="361cb836-5cdc-446f-a11f-94166f94595e" providerId="ADAL" clId="{22814A0D-A1E8-4843-A974-C2BBE5F9DC5D}" dt="2024-12-11T11:55:54.507" v="192" actId="20577"/>
        <pc:sldMkLst>
          <pc:docMk/>
          <pc:sldMk cId="1055931126" sldId="268"/>
        </pc:sldMkLst>
      </pc:sldChg>
      <pc:sldChg chg="addSp delSp modSp mod">
        <pc:chgData name="Etienne De Oliveira" userId="361cb836-5cdc-446f-a11f-94166f94595e" providerId="ADAL" clId="{22814A0D-A1E8-4843-A974-C2BBE5F9DC5D}" dt="2024-12-13T07:04:33.623" v="293"/>
        <pc:sldMkLst>
          <pc:docMk/>
          <pc:sldMk cId="1703575271" sldId="269"/>
        </pc:sldMkLst>
      </pc:sldChg>
      <pc:sldChg chg="addSp delSp modSp mod">
        <pc:chgData name="Etienne De Oliveira" userId="361cb836-5cdc-446f-a11f-94166f94595e" providerId="ADAL" clId="{22814A0D-A1E8-4843-A974-C2BBE5F9DC5D}" dt="2024-12-13T07:02:32.241" v="276" actId="1076"/>
        <pc:sldMkLst>
          <pc:docMk/>
          <pc:sldMk cId="417768486" sldId="270"/>
        </pc:sldMkLst>
      </pc:sldChg>
      <pc:sldMasterChg chg="modSp mod">
        <pc:chgData name="Etienne De Oliveira" userId="361cb836-5cdc-446f-a11f-94166f94595e" providerId="ADAL" clId="{22814A0D-A1E8-4843-A974-C2BBE5F9DC5D}" dt="2024-12-11T11:49:26.024" v="11" actId="403"/>
        <pc:sldMasterMkLst>
          <pc:docMk/>
          <pc:sldMasterMk cId="0" sldId="2147483864"/>
        </pc:sldMasterMkLst>
      </pc:sldMasterChg>
    </pc:docChg>
  </pc:docChgLst>
  <pc:docChgLst>
    <pc:chgData name="Etienne De Oliveira" userId="361cb836-5cdc-446f-a11f-94166f94595e" providerId="ADAL" clId="{CA04C797-5B89-4DE3-8768-17FE95574D24}"/>
    <pc:docChg chg="undo custSel addSld modSld">
      <pc:chgData name="Etienne De Oliveira" userId="361cb836-5cdc-446f-a11f-94166f94595e" providerId="ADAL" clId="{CA04C797-5B89-4DE3-8768-17FE95574D24}" dt="2022-09-29T06:01:52.093" v="1301" actId="20577"/>
      <pc:docMkLst>
        <pc:docMk/>
      </pc:docMkLst>
      <pc:sldChg chg="modSp mod">
        <pc:chgData name="Etienne De Oliveira" userId="361cb836-5cdc-446f-a11f-94166f94595e" providerId="ADAL" clId="{CA04C797-5B89-4DE3-8768-17FE95574D24}" dt="2022-09-28T08:31:20.836" v="387" actId="20577"/>
        <pc:sldMkLst>
          <pc:docMk/>
          <pc:sldMk cId="338938032" sldId="256"/>
        </pc:sldMkLst>
      </pc:sldChg>
      <pc:sldChg chg="modSp mod">
        <pc:chgData name="Etienne De Oliveira" userId="361cb836-5cdc-446f-a11f-94166f94595e" providerId="ADAL" clId="{CA04C797-5B89-4DE3-8768-17FE95574D24}" dt="2022-09-29T05:59:12.306" v="1288" actId="20577"/>
        <pc:sldMkLst>
          <pc:docMk/>
          <pc:sldMk cId="1884078658" sldId="257"/>
        </pc:sldMkLst>
      </pc:sldChg>
      <pc:sldChg chg="addSp delSp modSp mod">
        <pc:chgData name="Etienne De Oliveira" userId="361cb836-5cdc-446f-a11f-94166f94595e" providerId="ADAL" clId="{CA04C797-5B89-4DE3-8768-17FE95574D24}" dt="2022-09-29T06:01:52.093" v="1301" actId="20577"/>
        <pc:sldMkLst>
          <pc:docMk/>
          <pc:sldMk cId="1080584059" sldId="258"/>
        </pc:sldMkLst>
      </pc:sldChg>
      <pc:sldChg chg="addSp delSp modSp mod">
        <pc:chgData name="Etienne De Oliveira" userId="361cb836-5cdc-446f-a11f-94166f94595e" providerId="ADAL" clId="{CA04C797-5B89-4DE3-8768-17FE95574D24}" dt="2022-09-28T12:41:21.474" v="900" actId="20577"/>
        <pc:sldMkLst>
          <pc:docMk/>
          <pc:sldMk cId="3139300647" sldId="259"/>
        </pc:sldMkLst>
      </pc:sldChg>
      <pc:sldChg chg="addSp delSp modSp mod">
        <pc:chgData name="Etienne De Oliveira" userId="361cb836-5cdc-446f-a11f-94166f94595e" providerId="ADAL" clId="{CA04C797-5B89-4DE3-8768-17FE95574D24}" dt="2022-09-28T13:17:30.039" v="1070" actId="1076"/>
        <pc:sldMkLst>
          <pc:docMk/>
          <pc:sldMk cId="17915849" sldId="261"/>
        </pc:sldMkLst>
      </pc:sldChg>
      <pc:sldChg chg="modSp mod">
        <pc:chgData name="Etienne De Oliveira" userId="361cb836-5cdc-446f-a11f-94166f94595e" providerId="ADAL" clId="{CA04C797-5B89-4DE3-8768-17FE95574D24}" dt="2022-09-28T13:34:36.025" v="1121" actId="20577"/>
        <pc:sldMkLst>
          <pc:docMk/>
          <pc:sldMk cId="2907996921" sldId="262"/>
        </pc:sldMkLst>
      </pc:sldChg>
      <pc:sldChg chg="modSp mod">
        <pc:chgData name="Etienne De Oliveira" userId="361cb836-5cdc-446f-a11f-94166f94595e" providerId="ADAL" clId="{CA04C797-5B89-4DE3-8768-17FE95574D24}" dt="2022-09-29T05:45:05.933" v="1229" actId="20577"/>
        <pc:sldMkLst>
          <pc:docMk/>
          <pc:sldMk cId="154361783" sldId="263"/>
        </pc:sldMkLst>
      </pc:sldChg>
      <pc:sldChg chg="modSp new mod">
        <pc:chgData name="Etienne De Oliveira" userId="361cb836-5cdc-446f-a11f-94166f94595e" providerId="ADAL" clId="{CA04C797-5B89-4DE3-8768-17FE95574D24}" dt="2022-09-29T05:47:51.977" v="1249" actId="20577"/>
        <pc:sldMkLst>
          <pc:docMk/>
          <pc:sldMk cId="1693984577" sldId="264"/>
        </pc:sldMkLst>
      </pc:sldChg>
      <pc:sldChg chg="addSp delSp modSp new mod">
        <pc:chgData name="Etienne De Oliveira" userId="361cb836-5cdc-446f-a11f-94166f94595e" providerId="ADAL" clId="{CA04C797-5B89-4DE3-8768-17FE95574D24}" dt="2022-09-28T11:23:59.343" v="645" actId="1076"/>
        <pc:sldMkLst>
          <pc:docMk/>
          <pc:sldMk cId="326612822" sldId="265"/>
        </pc:sldMkLst>
      </pc:sldChg>
      <pc:sldChg chg="addSp delSp modSp new mod">
        <pc:chgData name="Etienne De Oliveira" userId="361cb836-5cdc-446f-a11f-94166f94595e" providerId="ADAL" clId="{CA04C797-5B89-4DE3-8768-17FE95574D24}" dt="2022-09-28T11:11:23.841" v="641" actId="1076"/>
        <pc:sldMkLst>
          <pc:docMk/>
          <pc:sldMk cId="3936942062" sldId="266"/>
        </pc:sldMkLst>
      </pc:sldChg>
    </pc:docChg>
  </pc:docChgLst>
  <pc:docChgLst>
    <pc:chgData name="Etienne De Oliveira" userId="361cb836-5cdc-446f-a11f-94166f94595e" providerId="ADAL" clId="{977DA2D0-5B25-E54E-8ADC-6367144DF1D0}"/>
    <pc:docChg chg="custSel addSld delSld modSld">
      <pc:chgData name="Etienne De Oliveira" userId="361cb836-5cdc-446f-a11f-94166f94595e" providerId="ADAL" clId="{977DA2D0-5B25-E54E-8ADC-6367144DF1D0}" dt="2024-05-30T16:20:12.486" v="270" actId="20577"/>
      <pc:docMkLst>
        <pc:docMk/>
      </pc:docMkLst>
      <pc:sldChg chg="modSp mod">
        <pc:chgData name="Etienne De Oliveira" userId="361cb836-5cdc-446f-a11f-94166f94595e" providerId="ADAL" clId="{977DA2D0-5B25-E54E-8ADC-6367144DF1D0}" dt="2024-05-30T16:20:04.271" v="262" actId="20577"/>
        <pc:sldMkLst>
          <pc:docMk/>
          <pc:sldMk cId="1884078658" sldId="257"/>
        </pc:sldMkLst>
      </pc:sldChg>
      <pc:sldChg chg="delSp modSp mod">
        <pc:chgData name="Etienne De Oliveira" userId="361cb836-5cdc-446f-a11f-94166f94595e" providerId="ADAL" clId="{977DA2D0-5B25-E54E-8ADC-6367144DF1D0}" dt="2024-05-30T16:17:30.297" v="172" actId="6549"/>
        <pc:sldMkLst>
          <pc:docMk/>
          <pc:sldMk cId="1080584059" sldId="258"/>
        </pc:sldMkLst>
      </pc:sldChg>
      <pc:sldChg chg="modSp mod">
        <pc:chgData name="Etienne De Oliveira" userId="361cb836-5cdc-446f-a11f-94166f94595e" providerId="ADAL" clId="{977DA2D0-5B25-E54E-8ADC-6367144DF1D0}" dt="2024-05-30T16:18:03.316" v="195" actId="20577"/>
        <pc:sldMkLst>
          <pc:docMk/>
          <pc:sldMk cId="3139300647" sldId="259"/>
        </pc:sldMkLst>
      </pc:sldChg>
      <pc:sldChg chg="del">
        <pc:chgData name="Etienne De Oliveira" userId="361cb836-5cdc-446f-a11f-94166f94595e" providerId="ADAL" clId="{977DA2D0-5B25-E54E-8ADC-6367144DF1D0}" dt="2024-05-30T16:18:43.774" v="229" actId="2696"/>
        <pc:sldMkLst>
          <pc:docMk/>
          <pc:sldMk cId="3906485143" sldId="260"/>
        </pc:sldMkLst>
      </pc:sldChg>
      <pc:sldChg chg="delSp modSp mod">
        <pc:chgData name="Etienne De Oliveira" userId="361cb836-5cdc-446f-a11f-94166f94595e" providerId="ADAL" clId="{977DA2D0-5B25-E54E-8ADC-6367144DF1D0}" dt="2024-05-30T16:18:55.107" v="241" actId="6549"/>
        <pc:sldMkLst>
          <pc:docMk/>
          <pc:sldMk cId="17915849" sldId="261"/>
        </pc:sldMkLst>
      </pc:sldChg>
      <pc:sldChg chg="modSp mod">
        <pc:chgData name="Etienne De Oliveira" userId="361cb836-5cdc-446f-a11f-94166f94595e" providerId="ADAL" clId="{977DA2D0-5B25-E54E-8ADC-6367144DF1D0}" dt="2024-05-30T16:11:45.410" v="74" actId="20577"/>
        <pc:sldMkLst>
          <pc:docMk/>
          <pc:sldMk cId="2907996921" sldId="262"/>
        </pc:sldMkLst>
      </pc:sldChg>
      <pc:sldChg chg="modSp mod">
        <pc:chgData name="Etienne De Oliveira" userId="361cb836-5cdc-446f-a11f-94166f94595e" providerId="ADAL" clId="{977DA2D0-5B25-E54E-8ADC-6367144DF1D0}" dt="2024-05-30T16:19:06.540" v="253" actId="20577"/>
        <pc:sldMkLst>
          <pc:docMk/>
          <pc:sldMk cId="154361783" sldId="263"/>
        </pc:sldMkLst>
      </pc:sldChg>
      <pc:sldChg chg="del">
        <pc:chgData name="Etienne De Oliveira" userId="361cb836-5cdc-446f-a11f-94166f94595e" providerId="ADAL" clId="{977DA2D0-5B25-E54E-8ADC-6367144DF1D0}" dt="2024-05-30T16:18:41.841" v="228" actId="2696"/>
        <pc:sldMkLst>
          <pc:docMk/>
          <pc:sldMk cId="1693984577" sldId="264"/>
        </pc:sldMkLst>
      </pc:sldChg>
      <pc:sldChg chg="addSp delSp modSp mod">
        <pc:chgData name="Etienne De Oliveira" userId="361cb836-5cdc-446f-a11f-94166f94595e" providerId="ADAL" clId="{977DA2D0-5B25-E54E-8ADC-6367144DF1D0}" dt="2024-05-30T16:18:29.230" v="227" actId="20577"/>
        <pc:sldMkLst>
          <pc:docMk/>
          <pc:sldMk cId="326612822" sldId="265"/>
        </pc:sldMkLst>
      </pc:sldChg>
      <pc:sldChg chg="addSp delSp modSp mod">
        <pc:chgData name="Etienne De Oliveira" userId="361cb836-5cdc-446f-a11f-94166f94595e" providerId="ADAL" clId="{977DA2D0-5B25-E54E-8ADC-6367144DF1D0}" dt="2024-05-30T16:18:17.861" v="209" actId="20577"/>
        <pc:sldMkLst>
          <pc:docMk/>
          <pc:sldMk cId="3936942062" sldId="266"/>
        </pc:sldMkLst>
      </pc:sldChg>
      <pc:sldChg chg="modSp new mod">
        <pc:chgData name="Etienne De Oliveira" userId="361cb836-5cdc-446f-a11f-94166f94595e" providerId="ADAL" clId="{977DA2D0-5B25-E54E-8ADC-6367144DF1D0}" dt="2024-05-30T16:20:12.486" v="270" actId="20577"/>
        <pc:sldMkLst>
          <pc:docMk/>
          <pc:sldMk cId="592460231" sldId="267"/>
        </pc:sldMkLst>
      </pc:sldChg>
    </pc:docChg>
  </pc:docChgLst>
  <pc:docChgLst>
    <pc:chgData name="Etienne De Oliveira" userId="361cb836-5cdc-446f-a11f-94166f94595e" providerId="ADAL" clId="{6D411DD7-1072-3648-BAF1-F08F5C2E89C6}"/>
    <pc:docChg chg="undo custSel addSld delSld modSld sldOrd modSection">
      <pc:chgData name="Etienne De Oliveira" userId="361cb836-5cdc-446f-a11f-94166f94595e" providerId="ADAL" clId="{6D411DD7-1072-3648-BAF1-F08F5C2E89C6}" dt="2025-06-20T06:51:28.172" v="3007" actId="20577"/>
      <pc:docMkLst>
        <pc:docMk/>
      </pc:docMkLst>
      <pc:sldChg chg="modSp mod">
        <pc:chgData name="Etienne De Oliveira" userId="361cb836-5cdc-446f-a11f-94166f94595e" providerId="ADAL" clId="{6D411DD7-1072-3648-BAF1-F08F5C2E89C6}" dt="2025-06-20T06:43:37.598" v="2995" actId="20577"/>
        <pc:sldMkLst>
          <pc:docMk/>
          <pc:sldMk cId="1884078658" sldId="257"/>
        </pc:sldMkLst>
        <pc:spChg chg="mod">
          <ac:chgData name="Etienne De Oliveira" userId="361cb836-5cdc-446f-a11f-94166f94595e" providerId="ADAL" clId="{6D411DD7-1072-3648-BAF1-F08F5C2E89C6}" dt="2025-06-20T06:43:37.598" v="2995" actId="20577"/>
          <ac:spMkLst>
            <pc:docMk/>
            <pc:sldMk cId="1884078658" sldId="257"/>
            <ac:spMk id="3" creationId="{00000000-0000-0000-0000-000000000000}"/>
          </ac:spMkLst>
        </pc:spChg>
      </pc:sldChg>
      <pc:sldChg chg="del">
        <pc:chgData name="Etienne De Oliveira" userId="361cb836-5cdc-446f-a11f-94166f94595e" providerId="ADAL" clId="{6D411DD7-1072-3648-BAF1-F08F5C2E89C6}" dt="2025-06-18T16:32:33.250" v="925" actId="2696"/>
        <pc:sldMkLst>
          <pc:docMk/>
          <pc:sldMk cId="1080584059" sldId="258"/>
        </pc:sldMkLst>
      </pc:sldChg>
      <pc:sldChg chg="del">
        <pc:chgData name="Etienne De Oliveira" userId="361cb836-5cdc-446f-a11f-94166f94595e" providerId="ADAL" clId="{6D411DD7-1072-3648-BAF1-F08F5C2E89C6}" dt="2025-06-18T16:32:34.995" v="927" actId="2696"/>
        <pc:sldMkLst>
          <pc:docMk/>
          <pc:sldMk cId="3139300647" sldId="259"/>
        </pc:sldMkLst>
      </pc:sldChg>
      <pc:sldChg chg="modSp mod">
        <pc:chgData name="Etienne De Oliveira" userId="361cb836-5cdc-446f-a11f-94166f94595e" providerId="ADAL" clId="{6D411DD7-1072-3648-BAF1-F08F5C2E89C6}" dt="2025-06-19T21:26:15.205" v="2760" actId="20577"/>
        <pc:sldMkLst>
          <pc:docMk/>
          <pc:sldMk cId="326612822" sldId="265"/>
        </pc:sldMkLst>
        <pc:spChg chg="mod">
          <ac:chgData name="Etienne De Oliveira" userId="361cb836-5cdc-446f-a11f-94166f94595e" providerId="ADAL" clId="{6D411DD7-1072-3648-BAF1-F08F5C2E89C6}" dt="2025-06-19T21:25:04.472" v="2631" actId="20577"/>
          <ac:spMkLst>
            <pc:docMk/>
            <pc:sldMk cId="326612822" sldId="265"/>
            <ac:spMk id="2" creationId="{88A92600-3858-1DF6-4651-9286BDFE6852}"/>
          </ac:spMkLst>
        </pc:spChg>
        <pc:spChg chg="mod">
          <ac:chgData name="Etienne De Oliveira" userId="361cb836-5cdc-446f-a11f-94166f94595e" providerId="ADAL" clId="{6D411DD7-1072-3648-BAF1-F08F5C2E89C6}" dt="2025-06-19T21:26:15.205" v="2760" actId="20577"/>
          <ac:spMkLst>
            <pc:docMk/>
            <pc:sldMk cId="326612822" sldId="265"/>
            <ac:spMk id="4" creationId="{26AD896B-77DF-A3A1-6138-0C375660B63B}"/>
          </ac:spMkLst>
        </pc:spChg>
      </pc:sldChg>
      <pc:sldChg chg="del">
        <pc:chgData name="Etienne De Oliveira" userId="361cb836-5cdc-446f-a11f-94166f94595e" providerId="ADAL" clId="{6D411DD7-1072-3648-BAF1-F08F5C2E89C6}" dt="2025-06-18T16:32:35.742" v="928" actId="2696"/>
        <pc:sldMkLst>
          <pc:docMk/>
          <pc:sldMk cId="417768486" sldId="270"/>
        </pc:sldMkLst>
      </pc:sldChg>
      <pc:sldChg chg="del">
        <pc:chgData name="Etienne De Oliveira" userId="361cb836-5cdc-446f-a11f-94166f94595e" providerId="ADAL" clId="{6D411DD7-1072-3648-BAF1-F08F5C2E89C6}" dt="2025-06-18T16:32:36.250" v="929" actId="2696"/>
        <pc:sldMkLst>
          <pc:docMk/>
          <pc:sldMk cId="2990409059" sldId="271"/>
        </pc:sldMkLst>
      </pc:sldChg>
      <pc:sldChg chg="del">
        <pc:chgData name="Etienne De Oliveira" userId="361cb836-5cdc-446f-a11f-94166f94595e" providerId="ADAL" clId="{6D411DD7-1072-3648-BAF1-F08F5C2E89C6}" dt="2025-06-18T16:32:36.715" v="930" actId="2696"/>
        <pc:sldMkLst>
          <pc:docMk/>
          <pc:sldMk cId="1949435807" sldId="272"/>
        </pc:sldMkLst>
      </pc:sldChg>
      <pc:sldChg chg="del">
        <pc:chgData name="Etienne De Oliveira" userId="361cb836-5cdc-446f-a11f-94166f94595e" providerId="ADAL" clId="{6D411DD7-1072-3648-BAF1-F08F5C2E89C6}" dt="2025-06-18T16:32:38.996" v="932" actId="2696"/>
        <pc:sldMkLst>
          <pc:docMk/>
          <pc:sldMk cId="1644629197" sldId="273"/>
        </pc:sldMkLst>
      </pc:sldChg>
      <pc:sldChg chg="del">
        <pc:chgData name="Etienne De Oliveira" userId="361cb836-5cdc-446f-a11f-94166f94595e" providerId="ADAL" clId="{6D411DD7-1072-3648-BAF1-F08F5C2E89C6}" dt="2025-06-18T16:32:39.767" v="933" actId="2696"/>
        <pc:sldMkLst>
          <pc:docMk/>
          <pc:sldMk cId="2279731488" sldId="274"/>
        </pc:sldMkLst>
      </pc:sldChg>
      <pc:sldChg chg="del">
        <pc:chgData name="Etienne De Oliveira" userId="361cb836-5cdc-446f-a11f-94166f94595e" providerId="ADAL" clId="{6D411DD7-1072-3648-BAF1-F08F5C2E89C6}" dt="2025-06-18T16:32:38.166" v="931" actId="2696"/>
        <pc:sldMkLst>
          <pc:docMk/>
          <pc:sldMk cId="4004316768" sldId="275"/>
        </pc:sldMkLst>
      </pc:sldChg>
      <pc:sldChg chg="del">
        <pc:chgData name="Etienne De Oliveira" userId="361cb836-5cdc-446f-a11f-94166f94595e" providerId="ADAL" clId="{6D411DD7-1072-3648-BAF1-F08F5C2E89C6}" dt="2025-06-18T16:32:50.317" v="934" actId="2696"/>
        <pc:sldMkLst>
          <pc:docMk/>
          <pc:sldMk cId="4038827297" sldId="276"/>
        </pc:sldMkLst>
      </pc:sldChg>
      <pc:sldChg chg="addSp delSp modSp new mod">
        <pc:chgData name="Etienne De Oliveira" userId="361cb836-5cdc-446f-a11f-94166f94595e" providerId="ADAL" clId="{6D411DD7-1072-3648-BAF1-F08F5C2E89C6}" dt="2025-06-19T17:41:22.464" v="2372" actId="20577"/>
        <pc:sldMkLst>
          <pc:docMk/>
          <pc:sldMk cId="995908039" sldId="277"/>
        </pc:sldMkLst>
        <pc:spChg chg="mod">
          <ac:chgData name="Etienne De Oliveira" userId="361cb836-5cdc-446f-a11f-94166f94595e" providerId="ADAL" clId="{6D411DD7-1072-3648-BAF1-F08F5C2E89C6}" dt="2025-06-18T15:21:33.347" v="451" actId="20577"/>
          <ac:spMkLst>
            <pc:docMk/>
            <pc:sldMk cId="995908039" sldId="277"/>
            <ac:spMk id="2" creationId="{9B07A2E5-245A-6167-AA1A-5D278C298BBF}"/>
          </ac:spMkLst>
        </pc:spChg>
        <pc:spChg chg="mod">
          <ac:chgData name="Etienne De Oliveira" userId="361cb836-5cdc-446f-a11f-94166f94595e" providerId="ADAL" clId="{6D411DD7-1072-3648-BAF1-F08F5C2E89C6}" dt="2025-06-19T17:41:22.464" v="2372" actId="20577"/>
          <ac:spMkLst>
            <pc:docMk/>
            <pc:sldMk cId="995908039" sldId="277"/>
            <ac:spMk id="3" creationId="{8BBB0858-50C2-7B9C-77EA-AB5717B8FFF7}"/>
          </ac:spMkLst>
        </pc:spChg>
        <pc:picChg chg="add mod">
          <ac:chgData name="Etienne De Oliveira" userId="361cb836-5cdc-446f-a11f-94166f94595e" providerId="ADAL" clId="{6D411DD7-1072-3648-BAF1-F08F5C2E89C6}" dt="2025-06-19T17:39:55.306" v="2292" actId="1076"/>
          <ac:picMkLst>
            <pc:docMk/>
            <pc:sldMk cId="995908039" sldId="277"/>
            <ac:picMk id="5" creationId="{2BD9027B-2935-DFFD-5FF9-B6C2F51F43BA}"/>
          </ac:picMkLst>
        </pc:picChg>
        <pc:picChg chg="add mod modCrop">
          <ac:chgData name="Etienne De Oliveira" userId="361cb836-5cdc-446f-a11f-94166f94595e" providerId="ADAL" clId="{6D411DD7-1072-3648-BAF1-F08F5C2E89C6}" dt="2025-06-19T17:39:55.306" v="2292" actId="1076"/>
          <ac:picMkLst>
            <pc:docMk/>
            <pc:sldMk cId="995908039" sldId="277"/>
            <ac:picMk id="7" creationId="{4B4D7A15-D666-2132-D1A6-6BDB13FBB3DD}"/>
          </ac:picMkLst>
        </pc:picChg>
      </pc:sldChg>
      <pc:sldChg chg="addSp delSp modSp new del mod">
        <pc:chgData name="Etienne De Oliveira" userId="361cb836-5cdc-446f-a11f-94166f94595e" providerId="ADAL" clId="{6D411DD7-1072-3648-BAF1-F08F5C2E89C6}" dt="2025-06-18T16:16:11.261" v="723" actId="2696"/>
        <pc:sldMkLst>
          <pc:docMk/>
          <pc:sldMk cId="2566807112" sldId="278"/>
        </pc:sldMkLst>
      </pc:sldChg>
      <pc:sldChg chg="addSp modSp new mod">
        <pc:chgData name="Etienne De Oliveira" userId="361cb836-5cdc-446f-a11f-94166f94595e" providerId="ADAL" clId="{6D411DD7-1072-3648-BAF1-F08F5C2E89C6}" dt="2025-06-18T15:04:16.649" v="431" actId="1076"/>
        <pc:sldMkLst>
          <pc:docMk/>
          <pc:sldMk cId="4052938281" sldId="279"/>
        </pc:sldMkLst>
        <pc:spChg chg="mod">
          <ac:chgData name="Etienne De Oliveira" userId="361cb836-5cdc-446f-a11f-94166f94595e" providerId="ADAL" clId="{6D411DD7-1072-3648-BAF1-F08F5C2E89C6}" dt="2025-06-18T15:03:57.302" v="424" actId="20577"/>
          <ac:spMkLst>
            <pc:docMk/>
            <pc:sldMk cId="4052938281" sldId="279"/>
            <ac:spMk id="2" creationId="{AA934900-0E8F-B84F-2EFB-756D5A756075}"/>
          </ac:spMkLst>
        </pc:spChg>
        <pc:spChg chg="mod">
          <ac:chgData name="Etienne De Oliveira" userId="361cb836-5cdc-446f-a11f-94166f94595e" providerId="ADAL" clId="{6D411DD7-1072-3648-BAF1-F08F5C2E89C6}" dt="2025-06-18T15:04:08.547" v="430" actId="27636"/>
          <ac:spMkLst>
            <pc:docMk/>
            <pc:sldMk cId="4052938281" sldId="279"/>
            <ac:spMk id="3" creationId="{5100E8F7-6A41-B4CA-6F89-FB06F67FA083}"/>
          </ac:spMkLst>
        </pc:spChg>
        <pc:picChg chg="add mod">
          <ac:chgData name="Etienne De Oliveira" userId="361cb836-5cdc-446f-a11f-94166f94595e" providerId="ADAL" clId="{6D411DD7-1072-3648-BAF1-F08F5C2E89C6}" dt="2025-06-18T15:04:16.649" v="431" actId="1076"/>
          <ac:picMkLst>
            <pc:docMk/>
            <pc:sldMk cId="4052938281" sldId="279"/>
            <ac:picMk id="4" creationId="{0B52E2A7-961D-5D4B-3EAF-905D3E99C738}"/>
          </ac:picMkLst>
        </pc:picChg>
      </pc:sldChg>
      <pc:sldChg chg="new del">
        <pc:chgData name="Etienne De Oliveira" userId="361cb836-5cdc-446f-a11f-94166f94595e" providerId="ADAL" clId="{6D411DD7-1072-3648-BAF1-F08F5C2E89C6}" dt="2025-06-18T16:32:34.189" v="926" actId="2696"/>
        <pc:sldMkLst>
          <pc:docMk/>
          <pc:sldMk cId="2495564084" sldId="280"/>
        </pc:sldMkLst>
      </pc:sldChg>
      <pc:sldChg chg="addSp modSp new">
        <pc:chgData name="Etienne De Oliveira" userId="361cb836-5cdc-446f-a11f-94166f94595e" providerId="ADAL" clId="{6D411DD7-1072-3648-BAF1-F08F5C2E89C6}" dt="2025-06-18T15:26:06.752" v="481"/>
        <pc:sldMkLst>
          <pc:docMk/>
          <pc:sldMk cId="3324734311" sldId="281"/>
        </pc:sldMkLst>
        <pc:picChg chg="add mod">
          <ac:chgData name="Etienne De Oliveira" userId="361cb836-5cdc-446f-a11f-94166f94595e" providerId="ADAL" clId="{6D411DD7-1072-3648-BAF1-F08F5C2E89C6}" dt="2025-06-18T15:26:06.752" v="481"/>
          <ac:picMkLst>
            <pc:docMk/>
            <pc:sldMk cId="3324734311" sldId="281"/>
            <ac:picMk id="4" creationId="{0A4F6815-4C5E-47BB-0575-9D5BBA7680CD}"/>
          </ac:picMkLst>
        </pc:picChg>
      </pc:sldChg>
      <pc:sldChg chg="addSp delSp modSp new mod">
        <pc:chgData name="Etienne De Oliveira" userId="361cb836-5cdc-446f-a11f-94166f94595e" providerId="ADAL" clId="{6D411DD7-1072-3648-BAF1-F08F5C2E89C6}" dt="2025-06-18T15:26:56.455" v="490" actId="1076"/>
        <pc:sldMkLst>
          <pc:docMk/>
          <pc:sldMk cId="2244850195" sldId="282"/>
        </pc:sldMkLst>
        <pc:picChg chg="add mod">
          <ac:chgData name="Etienne De Oliveira" userId="361cb836-5cdc-446f-a11f-94166f94595e" providerId="ADAL" clId="{6D411DD7-1072-3648-BAF1-F08F5C2E89C6}" dt="2025-06-18T15:26:56.455" v="490" actId="1076"/>
          <ac:picMkLst>
            <pc:docMk/>
            <pc:sldMk cId="2244850195" sldId="282"/>
            <ac:picMk id="5" creationId="{FBEA7030-E5EE-E035-B5D8-00DB0F1049A6}"/>
          </ac:picMkLst>
        </pc:picChg>
      </pc:sldChg>
      <pc:sldChg chg="addSp modSp new mod">
        <pc:chgData name="Etienne De Oliveira" userId="361cb836-5cdc-446f-a11f-94166f94595e" providerId="ADAL" clId="{6D411DD7-1072-3648-BAF1-F08F5C2E89C6}" dt="2025-06-18T15:47:24.043" v="646" actId="1076"/>
        <pc:sldMkLst>
          <pc:docMk/>
          <pc:sldMk cId="122567902" sldId="283"/>
        </pc:sldMkLst>
        <pc:spChg chg="mod">
          <ac:chgData name="Etienne De Oliveira" userId="361cb836-5cdc-446f-a11f-94166f94595e" providerId="ADAL" clId="{6D411DD7-1072-3648-BAF1-F08F5C2E89C6}" dt="2025-06-18T15:38:39.054" v="551"/>
          <ac:spMkLst>
            <pc:docMk/>
            <pc:sldMk cId="122567902" sldId="283"/>
            <ac:spMk id="2" creationId="{FACABD53-01AE-2A95-B62D-B1259076C07D}"/>
          </ac:spMkLst>
        </pc:spChg>
        <pc:spChg chg="mod">
          <ac:chgData name="Etienne De Oliveira" userId="361cb836-5cdc-446f-a11f-94166f94595e" providerId="ADAL" clId="{6D411DD7-1072-3648-BAF1-F08F5C2E89C6}" dt="2025-06-18T15:44:51.095" v="640" actId="20577"/>
          <ac:spMkLst>
            <pc:docMk/>
            <pc:sldMk cId="122567902" sldId="283"/>
            <ac:spMk id="3" creationId="{7CCACBF2-B76E-8293-351B-CE99D164DBAC}"/>
          </ac:spMkLst>
        </pc:spChg>
        <pc:picChg chg="add mod">
          <ac:chgData name="Etienne De Oliveira" userId="361cb836-5cdc-446f-a11f-94166f94595e" providerId="ADAL" clId="{6D411DD7-1072-3648-BAF1-F08F5C2E89C6}" dt="2025-06-18T15:47:17.642" v="645" actId="1076"/>
          <ac:picMkLst>
            <pc:docMk/>
            <pc:sldMk cId="122567902" sldId="283"/>
            <ac:picMk id="5" creationId="{F52971D9-0870-D649-543E-F08F8447737B}"/>
          </ac:picMkLst>
        </pc:picChg>
        <pc:picChg chg="add mod">
          <ac:chgData name="Etienne De Oliveira" userId="361cb836-5cdc-446f-a11f-94166f94595e" providerId="ADAL" clId="{6D411DD7-1072-3648-BAF1-F08F5C2E89C6}" dt="2025-06-18T15:47:24.043" v="646" actId="1076"/>
          <ac:picMkLst>
            <pc:docMk/>
            <pc:sldMk cId="122567902" sldId="283"/>
            <ac:picMk id="7" creationId="{4948A9DA-1BDE-D1CE-2C64-B7F2B96A6B13}"/>
          </ac:picMkLst>
        </pc:picChg>
      </pc:sldChg>
      <pc:sldChg chg="addSp delSp modSp new mod">
        <pc:chgData name="Etienne De Oliveira" userId="361cb836-5cdc-446f-a11f-94166f94595e" providerId="ADAL" clId="{6D411DD7-1072-3648-BAF1-F08F5C2E89C6}" dt="2025-06-18T15:34:29.692" v="499" actId="1076"/>
        <pc:sldMkLst>
          <pc:docMk/>
          <pc:sldMk cId="4207386290" sldId="284"/>
        </pc:sldMkLst>
        <pc:spChg chg="mod">
          <ac:chgData name="Etienne De Oliveira" userId="361cb836-5cdc-446f-a11f-94166f94595e" providerId="ADAL" clId="{6D411DD7-1072-3648-BAF1-F08F5C2E89C6}" dt="2025-06-18T15:29:36.956" v="493"/>
          <ac:spMkLst>
            <pc:docMk/>
            <pc:sldMk cId="4207386290" sldId="284"/>
            <ac:spMk id="2" creationId="{CAC8C214-225C-7A1C-FF1B-3A4E42718A62}"/>
          </ac:spMkLst>
        </pc:spChg>
        <pc:picChg chg="add mod">
          <ac:chgData name="Etienne De Oliveira" userId="361cb836-5cdc-446f-a11f-94166f94595e" providerId="ADAL" clId="{6D411DD7-1072-3648-BAF1-F08F5C2E89C6}" dt="2025-06-18T15:34:29.692" v="499" actId="1076"/>
          <ac:picMkLst>
            <pc:docMk/>
            <pc:sldMk cId="4207386290" sldId="284"/>
            <ac:picMk id="5" creationId="{DC9D12D6-66C2-BA8D-FDC8-0E0196DE0526}"/>
          </ac:picMkLst>
        </pc:picChg>
      </pc:sldChg>
      <pc:sldChg chg="addSp delSp modSp new mod">
        <pc:chgData name="Etienne De Oliveira" userId="361cb836-5cdc-446f-a11f-94166f94595e" providerId="ADAL" clId="{6D411DD7-1072-3648-BAF1-F08F5C2E89C6}" dt="2025-06-19T17:50:18.036" v="2418" actId="1076"/>
        <pc:sldMkLst>
          <pc:docMk/>
          <pc:sldMk cId="818417677" sldId="285"/>
        </pc:sldMkLst>
        <pc:spChg chg="mod">
          <ac:chgData name="Etienne De Oliveira" userId="361cb836-5cdc-446f-a11f-94166f94595e" providerId="ADAL" clId="{6D411DD7-1072-3648-BAF1-F08F5C2E89C6}" dt="2025-06-19T17:50:10.198" v="2416" actId="5793"/>
          <ac:spMkLst>
            <pc:docMk/>
            <pc:sldMk cId="818417677" sldId="285"/>
            <ac:spMk id="3" creationId="{57AA7945-5DD1-CC3F-B7F7-EF6DC1008AAE}"/>
          </ac:spMkLst>
        </pc:spChg>
        <pc:picChg chg="add del mod">
          <ac:chgData name="Etienne De Oliveira" userId="361cb836-5cdc-446f-a11f-94166f94595e" providerId="ADAL" clId="{6D411DD7-1072-3648-BAF1-F08F5C2E89C6}" dt="2025-06-19T17:49:22.472" v="2380" actId="478"/>
          <ac:picMkLst>
            <pc:docMk/>
            <pc:sldMk cId="818417677" sldId="285"/>
            <ac:picMk id="5" creationId="{735CCC09-737D-33DD-33EF-9A0DC5CE5604}"/>
          </ac:picMkLst>
        </pc:picChg>
        <pc:picChg chg="add mod modCrop">
          <ac:chgData name="Etienne De Oliveira" userId="361cb836-5cdc-446f-a11f-94166f94595e" providerId="ADAL" clId="{6D411DD7-1072-3648-BAF1-F08F5C2E89C6}" dt="2025-06-19T17:50:18.036" v="2418" actId="1076"/>
          <ac:picMkLst>
            <pc:docMk/>
            <pc:sldMk cId="818417677" sldId="285"/>
            <ac:picMk id="7" creationId="{A67FBAA5-9252-18FA-1F9B-F4D246269344}"/>
          </ac:picMkLst>
        </pc:picChg>
      </pc:sldChg>
      <pc:sldChg chg="addSp modSp new mod">
        <pc:chgData name="Etienne De Oliveira" userId="361cb836-5cdc-446f-a11f-94166f94595e" providerId="ADAL" clId="{6D411DD7-1072-3648-BAF1-F08F5C2E89C6}" dt="2025-06-18T16:32:26.280" v="924" actId="1076"/>
        <pc:sldMkLst>
          <pc:docMk/>
          <pc:sldMk cId="1552994694" sldId="286"/>
        </pc:sldMkLst>
        <pc:spChg chg="mod">
          <ac:chgData name="Etienne De Oliveira" userId="361cb836-5cdc-446f-a11f-94166f94595e" providerId="ADAL" clId="{6D411DD7-1072-3648-BAF1-F08F5C2E89C6}" dt="2025-06-18T16:14:34.057" v="679" actId="20577"/>
          <ac:spMkLst>
            <pc:docMk/>
            <pc:sldMk cId="1552994694" sldId="286"/>
            <ac:spMk id="2" creationId="{E1340D3A-5601-D74A-8B21-6B073FCD4F03}"/>
          </ac:spMkLst>
        </pc:spChg>
        <pc:spChg chg="mod">
          <ac:chgData name="Etienne De Oliveira" userId="361cb836-5cdc-446f-a11f-94166f94595e" providerId="ADAL" clId="{6D411DD7-1072-3648-BAF1-F08F5C2E89C6}" dt="2025-06-18T16:15:17.704" v="722" actId="20577"/>
          <ac:spMkLst>
            <pc:docMk/>
            <pc:sldMk cId="1552994694" sldId="286"/>
            <ac:spMk id="3" creationId="{296ADC8D-5142-A16F-3520-602C66F8CAAD}"/>
          </ac:spMkLst>
        </pc:spChg>
        <pc:picChg chg="add mod">
          <ac:chgData name="Etienne De Oliveira" userId="361cb836-5cdc-446f-a11f-94166f94595e" providerId="ADAL" clId="{6D411DD7-1072-3648-BAF1-F08F5C2E89C6}" dt="2025-06-18T16:31:39.227" v="919" actId="1076"/>
          <ac:picMkLst>
            <pc:docMk/>
            <pc:sldMk cId="1552994694" sldId="286"/>
            <ac:picMk id="5" creationId="{011BE963-CD0C-AB47-4185-2F49AD0489ED}"/>
          </ac:picMkLst>
        </pc:picChg>
        <pc:picChg chg="add mod">
          <ac:chgData name="Etienne De Oliveira" userId="361cb836-5cdc-446f-a11f-94166f94595e" providerId="ADAL" clId="{6D411DD7-1072-3648-BAF1-F08F5C2E89C6}" dt="2025-06-18T16:32:26.280" v="924" actId="1076"/>
          <ac:picMkLst>
            <pc:docMk/>
            <pc:sldMk cId="1552994694" sldId="286"/>
            <ac:picMk id="7" creationId="{B6FAC526-4D7F-2A55-3373-D86B35F953F9}"/>
          </ac:picMkLst>
        </pc:picChg>
      </pc:sldChg>
      <pc:sldChg chg="modSp new mod">
        <pc:chgData name="Etienne De Oliveira" userId="361cb836-5cdc-446f-a11f-94166f94595e" providerId="ADAL" clId="{6D411DD7-1072-3648-BAF1-F08F5C2E89C6}" dt="2025-06-18T16:30:08.199" v="914" actId="5793"/>
        <pc:sldMkLst>
          <pc:docMk/>
          <pc:sldMk cId="3336455545" sldId="287"/>
        </pc:sldMkLst>
        <pc:spChg chg="mod">
          <ac:chgData name="Etienne De Oliveira" userId="361cb836-5cdc-446f-a11f-94166f94595e" providerId="ADAL" clId="{6D411DD7-1072-3648-BAF1-F08F5C2E89C6}" dt="2025-06-18T16:16:57.590" v="741" actId="20577"/>
          <ac:spMkLst>
            <pc:docMk/>
            <pc:sldMk cId="3336455545" sldId="287"/>
            <ac:spMk id="2" creationId="{76A065B4-F3C3-CDA7-2D0C-58C1EC6FA7EE}"/>
          </ac:spMkLst>
        </pc:spChg>
        <pc:spChg chg="mod">
          <ac:chgData name="Etienne De Oliveira" userId="361cb836-5cdc-446f-a11f-94166f94595e" providerId="ADAL" clId="{6D411DD7-1072-3648-BAF1-F08F5C2E89C6}" dt="2025-06-18T16:30:08.199" v="914" actId="5793"/>
          <ac:spMkLst>
            <pc:docMk/>
            <pc:sldMk cId="3336455545" sldId="287"/>
            <ac:spMk id="3" creationId="{55BF3AF5-1D55-B717-3327-FEBDA08A5718}"/>
          </ac:spMkLst>
        </pc:spChg>
      </pc:sldChg>
      <pc:sldChg chg="new del">
        <pc:chgData name="Etienne De Oliveira" userId="361cb836-5cdc-446f-a11f-94166f94595e" providerId="ADAL" clId="{6D411DD7-1072-3648-BAF1-F08F5C2E89C6}" dt="2025-06-18T16:40:51.263" v="956" actId="2696"/>
        <pc:sldMkLst>
          <pc:docMk/>
          <pc:sldMk cId="3336889043" sldId="288"/>
        </pc:sldMkLst>
      </pc:sldChg>
      <pc:sldChg chg="addSp modSp new mod">
        <pc:chgData name="Etienne De Oliveira" userId="361cb836-5cdc-446f-a11f-94166f94595e" providerId="ADAL" clId="{6D411DD7-1072-3648-BAF1-F08F5C2E89C6}" dt="2025-06-18T16:45:53.210" v="1055" actId="208"/>
        <pc:sldMkLst>
          <pc:docMk/>
          <pc:sldMk cId="4075246747" sldId="288"/>
        </pc:sldMkLst>
        <pc:spChg chg="mod">
          <ac:chgData name="Etienne De Oliveira" userId="361cb836-5cdc-446f-a11f-94166f94595e" providerId="ADAL" clId="{6D411DD7-1072-3648-BAF1-F08F5C2E89C6}" dt="2025-06-18T16:41:07.306" v="987" actId="20577"/>
          <ac:spMkLst>
            <pc:docMk/>
            <pc:sldMk cId="4075246747" sldId="288"/>
            <ac:spMk id="2" creationId="{52931896-A60A-5D48-D97E-28F422C7EEB0}"/>
          </ac:spMkLst>
        </pc:spChg>
        <pc:spChg chg="mod">
          <ac:chgData name="Etienne De Oliveira" userId="361cb836-5cdc-446f-a11f-94166f94595e" providerId="ADAL" clId="{6D411DD7-1072-3648-BAF1-F08F5C2E89C6}" dt="2025-06-18T16:44:55.734" v="1047" actId="20577"/>
          <ac:spMkLst>
            <pc:docMk/>
            <pc:sldMk cId="4075246747" sldId="288"/>
            <ac:spMk id="3" creationId="{FA1CB4A6-2EB3-682B-F387-35CF9E2EDC98}"/>
          </ac:spMkLst>
        </pc:spChg>
        <pc:picChg chg="add mod">
          <ac:chgData name="Etienne De Oliveira" userId="361cb836-5cdc-446f-a11f-94166f94595e" providerId="ADAL" clId="{6D411DD7-1072-3648-BAF1-F08F5C2E89C6}" dt="2025-06-18T16:45:53.210" v="1055" actId="208"/>
          <ac:picMkLst>
            <pc:docMk/>
            <pc:sldMk cId="4075246747" sldId="288"/>
            <ac:picMk id="4" creationId="{93EAED78-78A3-8814-E0A7-4985D50E82E0}"/>
          </ac:picMkLst>
        </pc:picChg>
        <pc:picChg chg="add mod">
          <ac:chgData name="Etienne De Oliveira" userId="361cb836-5cdc-446f-a11f-94166f94595e" providerId="ADAL" clId="{6D411DD7-1072-3648-BAF1-F08F5C2E89C6}" dt="2025-06-18T16:45:41.714" v="1052" actId="1076"/>
          <ac:picMkLst>
            <pc:docMk/>
            <pc:sldMk cId="4075246747" sldId="288"/>
            <ac:picMk id="5" creationId="{5C8936A8-8D89-C80B-56C7-E713BD38ED2D}"/>
          </ac:picMkLst>
        </pc:picChg>
      </pc:sldChg>
      <pc:sldChg chg="addSp delSp modSp new mod ord">
        <pc:chgData name="Etienne De Oliveira" userId="361cb836-5cdc-446f-a11f-94166f94595e" providerId="ADAL" clId="{6D411DD7-1072-3648-BAF1-F08F5C2E89C6}" dt="2025-06-18T18:48:51.092" v="1705" actId="20578"/>
        <pc:sldMkLst>
          <pc:docMk/>
          <pc:sldMk cId="3347421976" sldId="289"/>
        </pc:sldMkLst>
        <pc:spChg chg="mod">
          <ac:chgData name="Etienne De Oliveira" userId="361cb836-5cdc-446f-a11f-94166f94595e" providerId="ADAL" clId="{6D411DD7-1072-3648-BAF1-F08F5C2E89C6}" dt="2025-06-18T16:47:17.030" v="1125" actId="20577"/>
          <ac:spMkLst>
            <pc:docMk/>
            <pc:sldMk cId="3347421976" sldId="289"/>
            <ac:spMk id="2" creationId="{F4E1EBA9-443E-FDB6-5A66-630C79D2D096}"/>
          </ac:spMkLst>
        </pc:spChg>
        <pc:spChg chg="mod">
          <ac:chgData name="Etienne De Oliveira" userId="361cb836-5cdc-446f-a11f-94166f94595e" providerId="ADAL" clId="{6D411DD7-1072-3648-BAF1-F08F5C2E89C6}" dt="2025-06-18T18:15:20.623" v="1366" actId="20577"/>
          <ac:spMkLst>
            <pc:docMk/>
            <pc:sldMk cId="3347421976" sldId="289"/>
            <ac:spMk id="3" creationId="{02DAAC20-C4D6-908E-C4C0-55FCC9B3F6EA}"/>
          </ac:spMkLst>
        </pc:spChg>
      </pc:sldChg>
      <pc:sldChg chg="modSp new mod ord">
        <pc:chgData name="Etienne De Oliveira" userId="361cb836-5cdc-446f-a11f-94166f94595e" providerId="ADAL" clId="{6D411DD7-1072-3648-BAF1-F08F5C2E89C6}" dt="2025-06-18T18:25:24.059" v="1498" actId="20577"/>
        <pc:sldMkLst>
          <pc:docMk/>
          <pc:sldMk cId="897080394" sldId="290"/>
        </pc:sldMkLst>
        <pc:spChg chg="mod">
          <ac:chgData name="Etienne De Oliveira" userId="361cb836-5cdc-446f-a11f-94166f94595e" providerId="ADAL" clId="{6D411DD7-1072-3648-BAF1-F08F5C2E89C6}" dt="2025-06-18T18:25:24.059" v="1498" actId="20577"/>
          <ac:spMkLst>
            <pc:docMk/>
            <pc:sldMk cId="897080394" sldId="290"/>
            <ac:spMk id="2" creationId="{405B75A0-2A8E-EBBF-E817-7C74B30070A5}"/>
          </ac:spMkLst>
        </pc:spChg>
        <pc:spChg chg="mod">
          <ac:chgData name="Etienne De Oliveira" userId="361cb836-5cdc-446f-a11f-94166f94595e" providerId="ADAL" clId="{6D411DD7-1072-3648-BAF1-F08F5C2E89C6}" dt="2025-06-18T18:22:21.454" v="1496" actId="20577"/>
          <ac:spMkLst>
            <pc:docMk/>
            <pc:sldMk cId="897080394" sldId="290"/>
            <ac:spMk id="3" creationId="{3519BE86-3333-9B4E-2155-FFFF8BA9C712}"/>
          </ac:spMkLst>
        </pc:spChg>
      </pc:sldChg>
      <pc:sldChg chg="addSp delSp modSp new mod">
        <pc:chgData name="Etienne De Oliveira" userId="361cb836-5cdc-446f-a11f-94166f94595e" providerId="ADAL" clId="{6D411DD7-1072-3648-BAF1-F08F5C2E89C6}" dt="2025-06-18T18:28:19.610" v="1533" actId="1076"/>
        <pc:sldMkLst>
          <pc:docMk/>
          <pc:sldMk cId="1663091079" sldId="291"/>
        </pc:sldMkLst>
        <pc:spChg chg="mod">
          <ac:chgData name="Etienne De Oliveira" userId="361cb836-5cdc-446f-a11f-94166f94595e" providerId="ADAL" clId="{6D411DD7-1072-3648-BAF1-F08F5C2E89C6}" dt="2025-06-18T18:26:28.044" v="1516" actId="20577"/>
          <ac:spMkLst>
            <pc:docMk/>
            <pc:sldMk cId="1663091079" sldId="291"/>
            <ac:spMk id="2" creationId="{46C5C148-AD97-2281-FD37-710270D1C633}"/>
          </ac:spMkLst>
        </pc:spChg>
        <pc:picChg chg="add mod">
          <ac:chgData name="Etienne De Oliveira" userId="361cb836-5cdc-446f-a11f-94166f94595e" providerId="ADAL" clId="{6D411DD7-1072-3648-BAF1-F08F5C2E89C6}" dt="2025-06-18T18:28:19.610" v="1533" actId="1076"/>
          <ac:picMkLst>
            <pc:docMk/>
            <pc:sldMk cId="1663091079" sldId="291"/>
            <ac:picMk id="4" creationId="{13C7C7D0-A14A-D94D-CB1E-9EBD4C32D0BC}"/>
          </ac:picMkLst>
        </pc:picChg>
      </pc:sldChg>
      <pc:sldChg chg="addSp delSp modSp new mod">
        <pc:chgData name="Etienne De Oliveira" userId="361cb836-5cdc-446f-a11f-94166f94595e" providerId="ADAL" clId="{6D411DD7-1072-3648-BAF1-F08F5C2E89C6}" dt="2025-06-18T18:29:03.457" v="1559" actId="14100"/>
        <pc:sldMkLst>
          <pc:docMk/>
          <pc:sldMk cId="4125901147" sldId="292"/>
        </pc:sldMkLst>
        <pc:spChg chg="mod">
          <ac:chgData name="Etienne De Oliveira" userId="361cb836-5cdc-446f-a11f-94166f94595e" providerId="ADAL" clId="{6D411DD7-1072-3648-BAF1-F08F5C2E89C6}" dt="2025-06-18T18:28:33.498" v="1554" actId="20577"/>
          <ac:spMkLst>
            <pc:docMk/>
            <pc:sldMk cId="4125901147" sldId="292"/>
            <ac:spMk id="2" creationId="{2DE44A36-BE73-62F9-49BA-488301259E7A}"/>
          </ac:spMkLst>
        </pc:spChg>
        <pc:picChg chg="add mod">
          <ac:chgData name="Etienne De Oliveira" userId="361cb836-5cdc-446f-a11f-94166f94595e" providerId="ADAL" clId="{6D411DD7-1072-3648-BAF1-F08F5C2E89C6}" dt="2025-06-18T18:29:03.457" v="1559" actId="14100"/>
          <ac:picMkLst>
            <pc:docMk/>
            <pc:sldMk cId="4125901147" sldId="292"/>
            <ac:picMk id="4" creationId="{27BA6362-D37E-31AD-1DCD-A8D828BA0EDF}"/>
          </ac:picMkLst>
        </pc:picChg>
      </pc:sldChg>
      <pc:sldChg chg="addSp modSp new mod">
        <pc:chgData name="Etienne De Oliveira" userId="361cb836-5cdc-446f-a11f-94166f94595e" providerId="ADAL" clId="{6D411DD7-1072-3648-BAF1-F08F5C2E89C6}" dt="2025-06-18T18:34:10.084" v="1635" actId="1076"/>
        <pc:sldMkLst>
          <pc:docMk/>
          <pc:sldMk cId="1391456112" sldId="293"/>
        </pc:sldMkLst>
        <pc:spChg chg="mod">
          <ac:chgData name="Etienne De Oliveira" userId="361cb836-5cdc-446f-a11f-94166f94595e" providerId="ADAL" clId="{6D411DD7-1072-3648-BAF1-F08F5C2E89C6}" dt="2025-06-18T18:32:34.395" v="1621" actId="404"/>
          <ac:spMkLst>
            <pc:docMk/>
            <pc:sldMk cId="1391456112" sldId="293"/>
            <ac:spMk id="2" creationId="{DF60BA0F-E795-69BB-330C-D986C041ED33}"/>
          </ac:spMkLst>
        </pc:spChg>
        <pc:spChg chg="mod">
          <ac:chgData name="Etienne De Oliveira" userId="361cb836-5cdc-446f-a11f-94166f94595e" providerId="ADAL" clId="{6D411DD7-1072-3648-BAF1-F08F5C2E89C6}" dt="2025-06-18T18:33:38.186" v="1624" actId="1076"/>
          <ac:spMkLst>
            <pc:docMk/>
            <pc:sldMk cId="1391456112" sldId="293"/>
            <ac:spMk id="3" creationId="{BDAB205B-D596-9064-8355-563269C3C170}"/>
          </ac:spMkLst>
        </pc:spChg>
        <pc:spChg chg="add mod">
          <ac:chgData name="Etienne De Oliveira" userId="361cb836-5cdc-446f-a11f-94166f94595e" providerId="ADAL" clId="{6D411DD7-1072-3648-BAF1-F08F5C2E89C6}" dt="2025-06-18T18:33:38.186" v="1624" actId="1076"/>
          <ac:spMkLst>
            <pc:docMk/>
            <pc:sldMk cId="1391456112" sldId="293"/>
            <ac:spMk id="4" creationId="{8248F60C-069B-C684-39B7-5BF528752998}"/>
          </ac:spMkLst>
        </pc:spChg>
        <pc:spChg chg="add mod">
          <ac:chgData name="Etienne De Oliveira" userId="361cb836-5cdc-446f-a11f-94166f94595e" providerId="ADAL" clId="{6D411DD7-1072-3648-BAF1-F08F5C2E89C6}" dt="2025-06-18T18:33:38.186" v="1624" actId="1076"/>
          <ac:spMkLst>
            <pc:docMk/>
            <pc:sldMk cId="1391456112" sldId="293"/>
            <ac:spMk id="5" creationId="{AC78E97F-533C-0897-780A-A4265EE6FA1D}"/>
          </ac:spMkLst>
        </pc:spChg>
        <pc:picChg chg="add mod">
          <ac:chgData name="Etienne De Oliveira" userId="361cb836-5cdc-446f-a11f-94166f94595e" providerId="ADAL" clId="{6D411DD7-1072-3648-BAF1-F08F5C2E89C6}" dt="2025-06-18T18:34:06.155" v="1634" actId="1076"/>
          <ac:picMkLst>
            <pc:docMk/>
            <pc:sldMk cId="1391456112" sldId="293"/>
            <ac:picMk id="6" creationId="{03AD979A-1D23-1140-9ED8-1AEFCC6FCEDD}"/>
          </ac:picMkLst>
        </pc:picChg>
        <pc:picChg chg="add mod">
          <ac:chgData name="Etienne De Oliveira" userId="361cb836-5cdc-446f-a11f-94166f94595e" providerId="ADAL" clId="{6D411DD7-1072-3648-BAF1-F08F5C2E89C6}" dt="2025-06-18T18:34:10.084" v="1635" actId="1076"/>
          <ac:picMkLst>
            <pc:docMk/>
            <pc:sldMk cId="1391456112" sldId="293"/>
            <ac:picMk id="1025" creationId="{9B5AB353-F877-9976-A71E-45DC0E5EE7AF}"/>
          </ac:picMkLst>
        </pc:picChg>
      </pc:sldChg>
      <pc:sldChg chg="addSp modSp new mod">
        <pc:chgData name="Etienne De Oliveira" userId="361cb836-5cdc-446f-a11f-94166f94595e" providerId="ADAL" clId="{6D411DD7-1072-3648-BAF1-F08F5C2E89C6}" dt="2025-06-18T18:38:59.090" v="1671" actId="1076"/>
        <pc:sldMkLst>
          <pc:docMk/>
          <pc:sldMk cId="266624485" sldId="294"/>
        </pc:sldMkLst>
        <pc:spChg chg="mod">
          <ac:chgData name="Etienne De Oliveira" userId="361cb836-5cdc-446f-a11f-94166f94595e" providerId="ADAL" clId="{6D411DD7-1072-3648-BAF1-F08F5C2E89C6}" dt="2025-06-18T18:36:08.861" v="1651" actId="20577"/>
          <ac:spMkLst>
            <pc:docMk/>
            <pc:sldMk cId="266624485" sldId="294"/>
            <ac:spMk id="2" creationId="{8BB5B224-F1D3-178C-7154-DD033AB8DB15}"/>
          </ac:spMkLst>
        </pc:spChg>
        <pc:picChg chg="add mod">
          <ac:chgData name="Etienne De Oliveira" userId="361cb836-5cdc-446f-a11f-94166f94595e" providerId="ADAL" clId="{6D411DD7-1072-3648-BAF1-F08F5C2E89C6}" dt="2025-06-18T18:38:59.090" v="1671" actId="1076"/>
          <ac:picMkLst>
            <pc:docMk/>
            <pc:sldMk cId="266624485" sldId="294"/>
            <ac:picMk id="4" creationId="{C1DAB62A-7152-AD5B-2676-AD9E38093546}"/>
          </ac:picMkLst>
        </pc:picChg>
        <pc:picChg chg="add mod">
          <ac:chgData name="Etienne De Oliveira" userId="361cb836-5cdc-446f-a11f-94166f94595e" providerId="ADAL" clId="{6D411DD7-1072-3648-BAF1-F08F5C2E89C6}" dt="2025-06-18T18:38:53.941" v="1670" actId="1076"/>
          <ac:picMkLst>
            <pc:docMk/>
            <pc:sldMk cId="266624485" sldId="294"/>
            <ac:picMk id="5" creationId="{8750DDF4-7C44-A6F4-08A8-263DEA695621}"/>
          </ac:picMkLst>
        </pc:picChg>
      </pc:sldChg>
      <pc:sldChg chg="addSp modSp new mod">
        <pc:chgData name="Etienne De Oliveira" userId="361cb836-5cdc-446f-a11f-94166f94595e" providerId="ADAL" clId="{6D411DD7-1072-3648-BAF1-F08F5C2E89C6}" dt="2025-06-18T18:39:48.786" v="1703" actId="1076"/>
        <pc:sldMkLst>
          <pc:docMk/>
          <pc:sldMk cId="3615391529" sldId="295"/>
        </pc:sldMkLst>
        <pc:spChg chg="mod">
          <ac:chgData name="Etienne De Oliveira" userId="361cb836-5cdc-446f-a11f-94166f94595e" providerId="ADAL" clId="{6D411DD7-1072-3648-BAF1-F08F5C2E89C6}" dt="2025-06-18T18:39:33.774" v="1698" actId="20577"/>
          <ac:spMkLst>
            <pc:docMk/>
            <pc:sldMk cId="3615391529" sldId="295"/>
            <ac:spMk id="2" creationId="{29122A30-C6F7-95E5-4C90-E0262E73275A}"/>
          </ac:spMkLst>
        </pc:spChg>
        <pc:picChg chg="add mod">
          <ac:chgData name="Etienne De Oliveira" userId="361cb836-5cdc-446f-a11f-94166f94595e" providerId="ADAL" clId="{6D411DD7-1072-3648-BAF1-F08F5C2E89C6}" dt="2025-06-18T18:39:48.786" v="1703" actId="1076"/>
          <ac:picMkLst>
            <pc:docMk/>
            <pc:sldMk cId="3615391529" sldId="295"/>
            <ac:picMk id="4" creationId="{97478458-08F2-AD30-EE80-753A8679CA3D}"/>
          </ac:picMkLst>
        </pc:picChg>
      </pc:sldChg>
      <pc:sldChg chg="addSp delSp modSp new mod">
        <pc:chgData name="Etienne De Oliveira" userId="361cb836-5cdc-446f-a11f-94166f94595e" providerId="ADAL" clId="{6D411DD7-1072-3648-BAF1-F08F5C2E89C6}" dt="2025-06-18T18:50:45.033" v="1810" actId="20577"/>
        <pc:sldMkLst>
          <pc:docMk/>
          <pc:sldMk cId="821105655" sldId="296"/>
        </pc:sldMkLst>
        <pc:spChg chg="mod">
          <ac:chgData name="Etienne De Oliveira" userId="361cb836-5cdc-446f-a11f-94166f94595e" providerId="ADAL" clId="{6D411DD7-1072-3648-BAF1-F08F5C2E89C6}" dt="2025-06-18T18:49:00.171" v="1723" actId="20577"/>
          <ac:spMkLst>
            <pc:docMk/>
            <pc:sldMk cId="821105655" sldId="296"/>
            <ac:spMk id="2" creationId="{8D9A3DD5-8B53-CF21-DDAC-149821376736}"/>
          </ac:spMkLst>
        </pc:spChg>
        <pc:spChg chg="add mod">
          <ac:chgData name="Etienne De Oliveira" userId="361cb836-5cdc-446f-a11f-94166f94595e" providerId="ADAL" clId="{6D411DD7-1072-3648-BAF1-F08F5C2E89C6}" dt="2025-06-18T18:50:45.033" v="1810" actId="20577"/>
          <ac:spMkLst>
            <pc:docMk/>
            <pc:sldMk cId="821105655" sldId="296"/>
            <ac:spMk id="7" creationId="{686CB052-64B8-6A8E-1DBF-DACF2C3270E6}"/>
          </ac:spMkLst>
        </pc:spChg>
        <pc:picChg chg="add mod">
          <ac:chgData name="Etienne De Oliveira" userId="361cb836-5cdc-446f-a11f-94166f94595e" providerId="ADAL" clId="{6D411DD7-1072-3648-BAF1-F08F5C2E89C6}" dt="2025-06-18T18:49:42.977" v="1739" actId="1076"/>
          <ac:picMkLst>
            <pc:docMk/>
            <pc:sldMk cId="821105655" sldId="296"/>
            <ac:picMk id="8" creationId="{1E5B7AD3-A606-4CEF-1933-414CA8E25E38}"/>
          </ac:picMkLst>
        </pc:picChg>
      </pc:sldChg>
      <pc:sldChg chg="addSp modSp new mod">
        <pc:chgData name="Etienne De Oliveira" userId="361cb836-5cdc-446f-a11f-94166f94595e" providerId="ADAL" clId="{6D411DD7-1072-3648-BAF1-F08F5C2E89C6}" dt="2025-06-18T18:53:29.469" v="1892" actId="20577"/>
        <pc:sldMkLst>
          <pc:docMk/>
          <pc:sldMk cId="565265758" sldId="297"/>
        </pc:sldMkLst>
        <pc:spChg chg="mod">
          <ac:chgData name="Etienne De Oliveira" userId="361cb836-5cdc-446f-a11f-94166f94595e" providerId="ADAL" clId="{6D411DD7-1072-3648-BAF1-F08F5C2E89C6}" dt="2025-06-18T18:53:29.469" v="1892" actId="20577"/>
          <ac:spMkLst>
            <pc:docMk/>
            <pc:sldMk cId="565265758" sldId="297"/>
            <ac:spMk id="2" creationId="{C7EFC2CF-AAD0-D616-888F-1C9BDE478549}"/>
          </ac:spMkLst>
        </pc:spChg>
        <pc:picChg chg="add mod">
          <ac:chgData name="Etienne De Oliveira" userId="361cb836-5cdc-446f-a11f-94166f94595e" providerId="ADAL" clId="{6D411DD7-1072-3648-BAF1-F08F5C2E89C6}" dt="2025-06-18T18:52:06.609" v="1849" actId="14100"/>
          <ac:picMkLst>
            <pc:docMk/>
            <pc:sldMk cId="565265758" sldId="297"/>
            <ac:picMk id="4" creationId="{0058F401-90FE-25DE-40AC-6FAB46E2DD6B}"/>
          </ac:picMkLst>
        </pc:picChg>
      </pc:sldChg>
      <pc:sldChg chg="addSp modSp new mod">
        <pc:chgData name="Etienne De Oliveira" userId="361cb836-5cdc-446f-a11f-94166f94595e" providerId="ADAL" clId="{6D411DD7-1072-3648-BAF1-F08F5C2E89C6}" dt="2025-06-18T18:53:17.467" v="1883" actId="1076"/>
        <pc:sldMkLst>
          <pc:docMk/>
          <pc:sldMk cId="1268001435" sldId="298"/>
        </pc:sldMkLst>
        <pc:spChg chg="mod">
          <ac:chgData name="Etienne De Oliveira" userId="361cb836-5cdc-446f-a11f-94166f94595e" providerId="ADAL" clId="{6D411DD7-1072-3648-BAF1-F08F5C2E89C6}" dt="2025-06-18T18:52:50.652" v="1880" actId="20577"/>
          <ac:spMkLst>
            <pc:docMk/>
            <pc:sldMk cId="1268001435" sldId="298"/>
            <ac:spMk id="2" creationId="{2ED5BCF9-CF20-B116-1651-0D4385AD7436}"/>
          </ac:spMkLst>
        </pc:spChg>
        <pc:picChg chg="add mod">
          <ac:chgData name="Etienne De Oliveira" userId="361cb836-5cdc-446f-a11f-94166f94595e" providerId="ADAL" clId="{6D411DD7-1072-3648-BAF1-F08F5C2E89C6}" dt="2025-06-18T18:53:17.467" v="1883" actId="1076"/>
          <ac:picMkLst>
            <pc:docMk/>
            <pc:sldMk cId="1268001435" sldId="298"/>
            <ac:picMk id="4" creationId="{55AA315D-89DC-D353-4EBA-AA40F928D55B}"/>
          </ac:picMkLst>
        </pc:picChg>
      </pc:sldChg>
      <pc:sldChg chg="addSp modSp new mod">
        <pc:chgData name="Etienne De Oliveira" userId="361cb836-5cdc-446f-a11f-94166f94595e" providerId="ADAL" clId="{6D411DD7-1072-3648-BAF1-F08F5C2E89C6}" dt="2025-06-18T18:54:15.354" v="1932" actId="1076"/>
        <pc:sldMkLst>
          <pc:docMk/>
          <pc:sldMk cId="249835268" sldId="299"/>
        </pc:sldMkLst>
        <pc:spChg chg="mod">
          <ac:chgData name="Etienne De Oliveira" userId="361cb836-5cdc-446f-a11f-94166f94595e" providerId="ADAL" clId="{6D411DD7-1072-3648-BAF1-F08F5C2E89C6}" dt="2025-06-18T18:53:56.785" v="1928" actId="20577"/>
          <ac:spMkLst>
            <pc:docMk/>
            <pc:sldMk cId="249835268" sldId="299"/>
            <ac:spMk id="2" creationId="{13A46330-B964-CD86-AB78-B1E058F77407}"/>
          </ac:spMkLst>
        </pc:spChg>
        <pc:picChg chg="add mod">
          <ac:chgData name="Etienne De Oliveira" userId="361cb836-5cdc-446f-a11f-94166f94595e" providerId="ADAL" clId="{6D411DD7-1072-3648-BAF1-F08F5C2E89C6}" dt="2025-06-18T18:54:15.354" v="1932" actId="1076"/>
          <ac:picMkLst>
            <pc:docMk/>
            <pc:sldMk cId="249835268" sldId="299"/>
            <ac:picMk id="4" creationId="{F633F8CA-7EEA-F4A5-5463-33C276B13F8B}"/>
          </ac:picMkLst>
        </pc:picChg>
      </pc:sldChg>
      <pc:sldChg chg="modSp new mod">
        <pc:chgData name="Etienne De Oliveira" userId="361cb836-5cdc-446f-a11f-94166f94595e" providerId="ADAL" clId="{6D411DD7-1072-3648-BAF1-F08F5C2E89C6}" dt="2025-06-19T17:30:05.209" v="2019" actId="20577"/>
        <pc:sldMkLst>
          <pc:docMk/>
          <pc:sldMk cId="106750807" sldId="300"/>
        </pc:sldMkLst>
        <pc:spChg chg="mod">
          <ac:chgData name="Etienne De Oliveira" userId="361cb836-5cdc-446f-a11f-94166f94595e" providerId="ADAL" clId="{6D411DD7-1072-3648-BAF1-F08F5C2E89C6}" dt="2025-06-19T17:27:48.119" v="1941" actId="20577"/>
          <ac:spMkLst>
            <pc:docMk/>
            <pc:sldMk cId="106750807" sldId="300"/>
            <ac:spMk id="2" creationId="{A4031C16-AFB1-4F7A-41DC-18C2DB061623}"/>
          </ac:spMkLst>
        </pc:spChg>
        <pc:spChg chg="mod">
          <ac:chgData name="Etienne De Oliveira" userId="361cb836-5cdc-446f-a11f-94166f94595e" providerId="ADAL" clId="{6D411DD7-1072-3648-BAF1-F08F5C2E89C6}" dt="2025-06-19T17:30:05.209" v="2019" actId="20577"/>
          <ac:spMkLst>
            <pc:docMk/>
            <pc:sldMk cId="106750807" sldId="300"/>
            <ac:spMk id="3" creationId="{AA3B1373-5716-0D3D-D03C-A3A52C2ED01C}"/>
          </ac:spMkLst>
        </pc:spChg>
      </pc:sldChg>
      <pc:sldChg chg="modSp new mod">
        <pc:chgData name="Etienne De Oliveira" userId="361cb836-5cdc-446f-a11f-94166f94595e" providerId="ADAL" clId="{6D411DD7-1072-3648-BAF1-F08F5C2E89C6}" dt="2025-06-19T17:32:08.216" v="2095" actId="20577"/>
        <pc:sldMkLst>
          <pc:docMk/>
          <pc:sldMk cId="4268446" sldId="301"/>
        </pc:sldMkLst>
        <pc:spChg chg="mod">
          <ac:chgData name="Etienne De Oliveira" userId="361cb836-5cdc-446f-a11f-94166f94595e" providerId="ADAL" clId="{6D411DD7-1072-3648-BAF1-F08F5C2E89C6}" dt="2025-06-19T17:30:19.716" v="2034" actId="20577"/>
          <ac:spMkLst>
            <pc:docMk/>
            <pc:sldMk cId="4268446" sldId="301"/>
            <ac:spMk id="2" creationId="{60DD2340-0F61-5C24-7768-4AA47A902AA4}"/>
          </ac:spMkLst>
        </pc:spChg>
        <pc:spChg chg="mod">
          <ac:chgData name="Etienne De Oliveira" userId="361cb836-5cdc-446f-a11f-94166f94595e" providerId="ADAL" clId="{6D411DD7-1072-3648-BAF1-F08F5C2E89C6}" dt="2025-06-19T17:32:08.216" v="2095" actId="20577"/>
          <ac:spMkLst>
            <pc:docMk/>
            <pc:sldMk cId="4268446" sldId="301"/>
            <ac:spMk id="3" creationId="{4C88C7CF-65A1-720F-FFE9-5731BDF6E267}"/>
          </ac:spMkLst>
        </pc:spChg>
      </pc:sldChg>
      <pc:sldChg chg="modSp new mod modNotesTx">
        <pc:chgData name="Etienne De Oliveira" userId="361cb836-5cdc-446f-a11f-94166f94595e" providerId="ADAL" clId="{6D411DD7-1072-3648-BAF1-F08F5C2E89C6}" dt="2025-06-20T06:51:28.172" v="3007" actId="20577"/>
        <pc:sldMkLst>
          <pc:docMk/>
          <pc:sldMk cId="4090800898" sldId="302"/>
        </pc:sldMkLst>
        <pc:spChg chg="mod">
          <ac:chgData name="Etienne De Oliveira" userId="361cb836-5cdc-446f-a11f-94166f94595e" providerId="ADAL" clId="{6D411DD7-1072-3648-BAF1-F08F5C2E89C6}" dt="2025-06-19T17:32:19.463" v="2127" actId="20577"/>
          <ac:spMkLst>
            <pc:docMk/>
            <pc:sldMk cId="4090800898" sldId="302"/>
            <ac:spMk id="2" creationId="{09B06EA2-9E22-6C14-8956-6D77439FA58F}"/>
          </ac:spMkLst>
        </pc:spChg>
        <pc:spChg chg="mod">
          <ac:chgData name="Etienne De Oliveira" userId="361cb836-5cdc-446f-a11f-94166f94595e" providerId="ADAL" clId="{6D411DD7-1072-3648-BAF1-F08F5C2E89C6}" dt="2025-06-20T06:51:28.172" v="3007" actId="20577"/>
          <ac:spMkLst>
            <pc:docMk/>
            <pc:sldMk cId="4090800898" sldId="302"/>
            <ac:spMk id="3" creationId="{9DDB6C8E-FCAA-F1B5-A18D-7AA34EF5B59E}"/>
          </ac:spMkLst>
        </pc:spChg>
      </pc:sldChg>
      <pc:sldChg chg="modSp new mod">
        <pc:chgData name="Etienne De Oliveira" userId="361cb836-5cdc-446f-a11f-94166f94595e" providerId="ADAL" clId="{6D411DD7-1072-3648-BAF1-F08F5C2E89C6}" dt="2025-06-19T20:34:46.485" v="2580" actId="313"/>
        <pc:sldMkLst>
          <pc:docMk/>
          <pc:sldMk cId="1806389347" sldId="303"/>
        </pc:sldMkLst>
        <pc:spChg chg="mod">
          <ac:chgData name="Etienne De Oliveira" userId="361cb836-5cdc-446f-a11f-94166f94595e" providerId="ADAL" clId="{6D411DD7-1072-3648-BAF1-F08F5C2E89C6}" dt="2025-06-19T20:19:27.976" v="2423" actId="20577"/>
          <ac:spMkLst>
            <pc:docMk/>
            <pc:sldMk cId="1806389347" sldId="303"/>
            <ac:spMk id="2" creationId="{EC759DC6-4ACF-061A-CB2B-CC94F1AD4734}"/>
          </ac:spMkLst>
        </pc:spChg>
        <pc:spChg chg="mod">
          <ac:chgData name="Etienne De Oliveira" userId="361cb836-5cdc-446f-a11f-94166f94595e" providerId="ADAL" clId="{6D411DD7-1072-3648-BAF1-F08F5C2E89C6}" dt="2025-06-19T20:34:46.485" v="2580" actId="313"/>
          <ac:spMkLst>
            <pc:docMk/>
            <pc:sldMk cId="1806389347" sldId="303"/>
            <ac:spMk id="3" creationId="{EE0B3834-C4A9-6F01-4573-889915EBFD2C}"/>
          </ac:spMkLst>
        </pc:spChg>
      </pc:sldChg>
      <pc:sldChg chg="modSp new mod">
        <pc:chgData name="Etienne De Oliveira" userId="361cb836-5cdc-446f-a11f-94166f94595e" providerId="ADAL" clId="{6D411DD7-1072-3648-BAF1-F08F5C2E89C6}" dt="2025-06-19T21:24:00.919" v="2626" actId="1076"/>
        <pc:sldMkLst>
          <pc:docMk/>
          <pc:sldMk cId="775469635" sldId="304"/>
        </pc:sldMkLst>
        <pc:spChg chg="mod">
          <ac:chgData name="Etienne De Oliveira" userId="361cb836-5cdc-446f-a11f-94166f94595e" providerId="ADAL" clId="{6D411DD7-1072-3648-BAF1-F08F5C2E89C6}" dt="2025-06-19T21:24:00.919" v="2626" actId="1076"/>
          <ac:spMkLst>
            <pc:docMk/>
            <pc:sldMk cId="775469635" sldId="304"/>
            <ac:spMk id="2" creationId="{8957061B-AE0E-96C2-E7F4-E4E8EE582104}"/>
          </ac:spMkLst>
        </pc:spChg>
      </pc:sldChg>
      <pc:sldChg chg="modSp new mod">
        <pc:chgData name="Etienne De Oliveira" userId="361cb836-5cdc-446f-a11f-94166f94595e" providerId="ADAL" clId="{6D411DD7-1072-3648-BAF1-F08F5C2E89C6}" dt="2025-06-19T21:31:33.886" v="2989" actId="5793"/>
        <pc:sldMkLst>
          <pc:docMk/>
          <pc:sldMk cId="541573054" sldId="305"/>
        </pc:sldMkLst>
        <pc:spChg chg="mod">
          <ac:chgData name="Etienne De Oliveira" userId="361cb836-5cdc-446f-a11f-94166f94595e" providerId="ADAL" clId="{6D411DD7-1072-3648-BAF1-F08F5C2E89C6}" dt="2025-06-19T21:26:32.186" v="2771" actId="20577"/>
          <ac:spMkLst>
            <pc:docMk/>
            <pc:sldMk cId="541573054" sldId="305"/>
            <ac:spMk id="2" creationId="{40D537AE-A9A2-99A6-5308-529393F321B4}"/>
          </ac:spMkLst>
        </pc:spChg>
        <pc:spChg chg="mod">
          <ac:chgData name="Etienne De Oliveira" userId="361cb836-5cdc-446f-a11f-94166f94595e" providerId="ADAL" clId="{6D411DD7-1072-3648-BAF1-F08F5C2E89C6}" dt="2025-06-19T21:31:33.886" v="2989" actId="5793"/>
          <ac:spMkLst>
            <pc:docMk/>
            <pc:sldMk cId="541573054" sldId="305"/>
            <ac:spMk id="3" creationId="{7947E6F1-83B4-3769-9E9E-03B85409D691}"/>
          </ac:spMkLst>
        </pc:spChg>
      </pc:sldChg>
      <pc:sldChg chg="modSp new del mod">
        <pc:chgData name="Etienne De Oliveira" userId="361cb836-5cdc-446f-a11f-94166f94595e" providerId="ADAL" clId="{6D411DD7-1072-3648-BAF1-F08F5C2E89C6}" dt="2025-06-19T21:31:25.278" v="2978" actId="2696"/>
        <pc:sldMkLst>
          <pc:docMk/>
          <pc:sldMk cId="419887443" sldId="306"/>
        </pc:sldMkLst>
        <pc:spChg chg="mod">
          <ac:chgData name="Etienne De Oliveira" userId="361cb836-5cdc-446f-a11f-94166f94595e" providerId="ADAL" clId="{6D411DD7-1072-3648-BAF1-F08F5C2E89C6}" dt="2025-06-19T21:31:21.785" v="2977" actId="20577"/>
          <ac:spMkLst>
            <pc:docMk/>
            <pc:sldMk cId="419887443" sldId="306"/>
            <ac:spMk id="2" creationId="{BF6E7EA5-BB54-A3D3-942F-7372EFF6C32F}"/>
          </ac:spMkLst>
        </pc:spChg>
      </pc:sldChg>
    </pc:docChg>
  </pc:docChgLst>
  <pc:docChgLst>
    <pc:chgData name="Etienne De Oliveira" userId="361cb836-5cdc-446f-a11f-94166f94595e" providerId="ADAL" clId="{C4A3CE01-8B1E-4BFB-9435-321767F94326}"/>
    <pc:docChg chg="custSel modSld modMainMaster">
      <pc:chgData name="Etienne De Oliveira" userId="361cb836-5cdc-446f-a11f-94166f94595e" providerId="ADAL" clId="{C4A3CE01-8B1E-4BFB-9435-321767F94326}" dt="2024-05-06T06:28:40.447" v="47" actId="20577"/>
      <pc:docMkLst>
        <pc:docMk/>
      </pc:docMkLst>
      <pc:sldChg chg="modSp mod">
        <pc:chgData name="Etienne De Oliveira" userId="361cb836-5cdc-446f-a11f-94166f94595e" providerId="ADAL" clId="{C4A3CE01-8B1E-4BFB-9435-321767F94326}" dt="2024-05-06T06:28:40.447" v="47" actId="20577"/>
        <pc:sldMkLst>
          <pc:docMk/>
          <pc:sldMk cId="338938032" sldId="256"/>
        </pc:sldMkLst>
      </pc:sldChg>
      <pc:sldMasterChg chg="modSp mod">
        <pc:chgData name="Etienne De Oliveira" userId="361cb836-5cdc-446f-a11f-94166f94595e" providerId="ADAL" clId="{C4A3CE01-8B1E-4BFB-9435-321767F94326}" dt="2024-04-29T07:03:04.569" v="43" actId="20577"/>
        <pc:sldMasterMkLst>
          <pc:docMk/>
          <pc:sldMasterMk cId="0" sldId="2147483864"/>
        </pc:sldMasterMkLst>
      </pc:sldMasterChg>
    </pc:docChg>
  </pc:docChgLst>
  <pc:docChgLst>
    <pc:chgData name="Etienne De Oliveira" userId="361cb836-5cdc-446f-a11f-94166f94595e" providerId="ADAL" clId="{6D7853A1-C369-644F-8354-CF1AD0590C49}"/>
    <pc:docChg chg="undo custSel addSld delSld modSld sldOrd modMainMaster addSection delSection modSection modNotesMaster">
      <pc:chgData name="Etienne De Oliveira" userId="361cb836-5cdc-446f-a11f-94166f94595e" providerId="ADAL" clId="{6D7853A1-C369-644F-8354-CF1AD0590C49}" dt="2024-12-13T12:47:18.083" v="643" actId="20577"/>
      <pc:docMkLst>
        <pc:docMk/>
      </pc:docMkLst>
      <pc:sldChg chg="modSp">
        <pc:chgData name="Etienne De Oliveira" userId="361cb836-5cdc-446f-a11f-94166f94595e" providerId="ADAL" clId="{6D7853A1-C369-644F-8354-CF1AD0590C49}" dt="2024-12-12T18:04:39.153" v="21"/>
        <pc:sldMkLst>
          <pc:docMk/>
          <pc:sldMk cId="338938032" sldId="256"/>
        </pc:sldMkLst>
      </pc:sldChg>
      <pc:sldChg chg="modSp mod">
        <pc:chgData name="Etienne De Oliveira" userId="361cb836-5cdc-446f-a11f-94166f94595e" providerId="ADAL" clId="{6D7853A1-C369-644F-8354-CF1AD0590C49}" dt="2024-12-13T12:47:18.083" v="643" actId="20577"/>
        <pc:sldMkLst>
          <pc:docMk/>
          <pc:sldMk cId="1884078658" sldId="257"/>
        </pc:sldMkLst>
      </pc:sldChg>
      <pc:sldChg chg="addSp modSp mod modNotes">
        <pc:chgData name="Etienne De Oliveira" userId="361cb836-5cdc-446f-a11f-94166f94595e" providerId="ADAL" clId="{6D7853A1-C369-644F-8354-CF1AD0590C49}" dt="2024-12-12T20:01:47.734" v="52" actId="1076"/>
        <pc:sldMkLst>
          <pc:docMk/>
          <pc:sldMk cId="1080584059" sldId="258"/>
        </pc:sldMkLst>
      </pc:sldChg>
      <pc:sldChg chg="addSp delSp modSp mod modNotes modNotesTx">
        <pc:chgData name="Etienne De Oliveira" userId="361cb836-5cdc-446f-a11f-94166f94595e" providerId="ADAL" clId="{6D7853A1-C369-644F-8354-CF1AD0590C49}" dt="2024-12-13T08:21:04.141" v="495" actId="20577"/>
        <pc:sldMkLst>
          <pc:docMk/>
          <pc:sldMk cId="3139300647" sldId="259"/>
        </pc:sldMkLst>
      </pc:sldChg>
      <pc:sldChg chg="del">
        <pc:chgData name="Etienne De Oliveira" userId="361cb836-5cdc-446f-a11f-94166f94595e" providerId="ADAL" clId="{6D7853A1-C369-644F-8354-CF1AD0590C49}" dt="2024-12-12T21:32:38.691" v="302" actId="2696"/>
        <pc:sldMkLst>
          <pc:docMk/>
          <pc:sldMk cId="17915849" sldId="261"/>
        </pc:sldMkLst>
      </pc:sldChg>
      <pc:sldChg chg="addSp delSp modSp mod modNotes">
        <pc:chgData name="Etienne De Oliveira" userId="361cb836-5cdc-446f-a11f-94166f94595e" providerId="ADAL" clId="{6D7853A1-C369-644F-8354-CF1AD0590C49}" dt="2024-12-12T18:13:23.438" v="44" actId="1076"/>
        <pc:sldMkLst>
          <pc:docMk/>
          <pc:sldMk cId="2907996921" sldId="262"/>
        </pc:sldMkLst>
      </pc:sldChg>
      <pc:sldChg chg="addSp delSp modSp mod modClrScheme chgLayout">
        <pc:chgData name="Etienne De Oliveira" userId="361cb836-5cdc-446f-a11f-94166f94595e" providerId="ADAL" clId="{6D7853A1-C369-644F-8354-CF1AD0590C49}" dt="2024-12-12T21:33:00.447" v="305" actId="1076"/>
        <pc:sldMkLst>
          <pc:docMk/>
          <pc:sldMk cId="154361783" sldId="263"/>
        </pc:sldMkLst>
      </pc:sldChg>
      <pc:sldChg chg="modSp mod">
        <pc:chgData name="Etienne De Oliveira" userId="361cb836-5cdc-446f-a11f-94166f94595e" providerId="ADAL" clId="{6D7853A1-C369-644F-8354-CF1AD0590C49}" dt="2024-12-13T09:03:08.499" v="628" actId="20577"/>
        <pc:sldMkLst>
          <pc:docMk/>
          <pc:sldMk cId="326612822" sldId="265"/>
        </pc:sldMkLst>
      </pc:sldChg>
      <pc:sldChg chg="del">
        <pc:chgData name="Etienne De Oliveira" userId="361cb836-5cdc-446f-a11f-94166f94595e" providerId="ADAL" clId="{6D7853A1-C369-644F-8354-CF1AD0590C49}" dt="2024-12-12T21:32:41.078" v="303" actId="2696"/>
        <pc:sldMkLst>
          <pc:docMk/>
          <pc:sldMk cId="592460231" sldId="267"/>
        </pc:sldMkLst>
      </pc:sldChg>
      <pc:sldChg chg="modSp mod modNotes">
        <pc:chgData name="Etienne De Oliveira" userId="361cb836-5cdc-446f-a11f-94166f94595e" providerId="ADAL" clId="{6D7853A1-C369-644F-8354-CF1AD0590C49}" dt="2024-12-13T08:31:55.080" v="620" actId="5793"/>
        <pc:sldMkLst>
          <pc:docMk/>
          <pc:sldMk cId="1055931126" sldId="268"/>
        </pc:sldMkLst>
      </pc:sldChg>
      <pc:sldChg chg="addSp delSp modSp new mod">
        <pc:chgData name="Etienne De Oliveira" userId="361cb836-5cdc-446f-a11f-94166f94595e" providerId="ADAL" clId="{6D7853A1-C369-644F-8354-CF1AD0590C49}" dt="2024-12-12T21:00:55.298" v="169" actId="1076"/>
        <pc:sldMkLst>
          <pc:docMk/>
          <pc:sldMk cId="1703575271" sldId="269"/>
        </pc:sldMkLst>
      </pc:sldChg>
      <pc:sldChg chg="addSp delSp modSp new mod chgLayout">
        <pc:chgData name="Etienne De Oliveira" userId="361cb836-5cdc-446f-a11f-94166f94595e" providerId="ADAL" clId="{6D7853A1-C369-644F-8354-CF1AD0590C49}" dt="2024-12-13T08:27:01.578" v="564" actId="20577"/>
        <pc:sldMkLst>
          <pc:docMk/>
          <pc:sldMk cId="417768486" sldId="270"/>
        </pc:sldMkLst>
      </pc:sldChg>
      <pc:sldChg chg="new del">
        <pc:chgData name="Etienne De Oliveira" userId="361cb836-5cdc-446f-a11f-94166f94595e" providerId="ADAL" clId="{6D7853A1-C369-644F-8354-CF1AD0590C49}" dt="2024-12-13T12:46:56.456" v="630" actId="680"/>
        <pc:sldMkLst>
          <pc:docMk/>
          <pc:sldMk cId="1544463268" sldId="271"/>
        </pc:sldMkLst>
      </pc:sldChg>
      <pc:sldChg chg="modSp new del mod">
        <pc:chgData name="Etienne De Oliveira" userId="361cb836-5cdc-446f-a11f-94166f94595e" providerId="ADAL" clId="{6D7853A1-C369-644F-8354-CF1AD0590C49}" dt="2024-12-13T08:26:55.085" v="563" actId="2696"/>
        <pc:sldMkLst>
          <pc:docMk/>
          <pc:sldMk cId="4186353014" sldId="271"/>
        </pc:sldMkLst>
      </pc:sldChg>
      <pc:sldMasterChg chg="modSp modSldLayout">
        <pc:chgData name="Etienne De Oliveira" userId="361cb836-5cdc-446f-a11f-94166f94595e" providerId="ADAL" clId="{6D7853A1-C369-644F-8354-CF1AD0590C49}" dt="2024-12-12T18:04:39.153" v="21"/>
        <pc:sldMasterMkLst>
          <pc:docMk/>
          <pc:sldMasterMk cId="0" sldId="2147483864"/>
        </pc:sldMasterMkLst>
        <pc:sldLayoutChg chg="modSp">
          <pc:chgData name="Etienne De Oliveira" userId="361cb836-5cdc-446f-a11f-94166f94595e" providerId="ADAL" clId="{6D7853A1-C369-644F-8354-CF1AD0590C49}" dt="2024-12-12T18:04:39.153" v="21"/>
          <pc:sldLayoutMkLst>
            <pc:docMk/>
            <pc:sldMasterMk cId="0" sldId="2147483864"/>
            <pc:sldLayoutMk cId="0" sldId="2147483865"/>
          </pc:sldLayoutMkLst>
        </pc:sldLayoutChg>
        <pc:sldLayoutChg chg="modSp">
          <pc:chgData name="Etienne De Oliveira" userId="361cb836-5cdc-446f-a11f-94166f94595e" providerId="ADAL" clId="{6D7853A1-C369-644F-8354-CF1AD0590C49}" dt="2024-12-12T18:04:39.153" v="21"/>
          <pc:sldLayoutMkLst>
            <pc:docMk/>
            <pc:sldMasterMk cId="0" sldId="2147483864"/>
            <pc:sldLayoutMk cId="2339072049" sldId="2147483866"/>
          </pc:sldLayoutMkLst>
        </pc:sldLayoutChg>
      </pc:sldMasterChg>
    </pc:docChg>
  </pc:docChgLst>
  <pc:docChgLst>
    <pc:chgData name="Etienne De Oliveira" userId="361cb836-5cdc-446f-a11f-94166f94595e" providerId="ADAL" clId="{9BF899E2-8319-40B5-8AF4-84036731AA14}"/>
    <pc:docChg chg="custSel addSld modSld modSection">
      <pc:chgData name="Etienne De Oliveira" userId="361cb836-5cdc-446f-a11f-94166f94595e" providerId="ADAL" clId="{9BF899E2-8319-40B5-8AF4-84036731AA14}" dt="2025-06-20T06:32:38.919" v="227" actId="20577"/>
      <pc:docMkLst>
        <pc:docMk/>
      </pc:docMkLst>
      <pc:sldChg chg="modSp mod">
        <pc:chgData name="Etienne De Oliveira" userId="361cb836-5cdc-446f-a11f-94166f94595e" providerId="ADAL" clId="{9BF899E2-8319-40B5-8AF4-84036731AA14}" dt="2025-06-16T07:09:36.036" v="9" actId="20577"/>
        <pc:sldMkLst>
          <pc:docMk/>
          <pc:sldMk cId="338938032" sldId="256"/>
        </pc:sldMkLst>
        <pc:spChg chg="mod">
          <ac:chgData name="Etienne De Oliveira" userId="361cb836-5cdc-446f-a11f-94166f94595e" providerId="ADAL" clId="{9BF899E2-8319-40B5-8AF4-84036731AA14}" dt="2025-06-16T07:09:36.036" v="9" actId="20577"/>
          <ac:spMkLst>
            <pc:docMk/>
            <pc:sldMk cId="338938032" sldId="256"/>
            <ac:spMk id="4" creationId="{00000000-0000-0000-0000-000000000000}"/>
          </ac:spMkLst>
        </pc:spChg>
      </pc:sldChg>
      <pc:sldChg chg="modSp mod">
        <pc:chgData name="Etienne De Oliveira" userId="361cb836-5cdc-446f-a11f-94166f94595e" providerId="ADAL" clId="{9BF899E2-8319-40B5-8AF4-84036731AA14}" dt="2025-06-20T05:59:40.739" v="23" actId="27636"/>
        <pc:sldMkLst>
          <pc:docMk/>
          <pc:sldMk cId="1884078658" sldId="257"/>
        </pc:sldMkLst>
        <pc:spChg chg="mod">
          <ac:chgData name="Etienne De Oliveira" userId="361cb836-5cdc-446f-a11f-94166f94595e" providerId="ADAL" clId="{9BF899E2-8319-40B5-8AF4-84036731AA14}" dt="2025-06-20T05:59:40.739" v="23" actId="27636"/>
          <ac:spMkLst>
            <pc:docMk/>
            <pc:sldMk cId="1884078658" sldId="257"/>
            <ac:spMk id="3" creationId="{00000000-0000-0000-0000-000000000000}"/>
          </ac:spMkLst>
        </pc:spChg>
      </pc:sldChg>
      <pc:sldChg chg="modSp mod">
        <pc:chgData name="Etienne De Oliveira" userId="361cb836-5cdc-446f-a11f-94166f94595e" providerId="ADAL" clId="{9BF899E2-8319-40B5-8AF4-84036731AA14}" dt="2025-06-20T06:00:04.495" v="46" actId="20577"/>
        <pc:sldMkLst>
          <pc:docMk/>
          <pc:sldMk cId="1552994694" sldId="286"/>
        </pc:sldMkLst>
        <pc:spChg chg="mod">
          <ac:chgData name="Etienne De Oliveira" userId="361cb836-5cdc-446f-a11f-94166f94595e" providerId="ADAL" clId="{9BF899E2-8319-40B5-8AF4-84036731AA14}" dt="2025-06-20T06:00:04.495" v="46" actId="20577"/>
          <ac:spMkLst>
            <pc:docMk/>
            <pc:sldMk cId="1552994694" sldId="286"/>
            <ac:spMk id="3" creationId="{296ADC8D-5142-A16F-3520-602C66F8CAAD}"/>
          </ac:spMkLst>
        </pc:spChg>
      </pc:sldChg>
      <pc:sldChg chg="modSp mod">
        <pc:chgData name="Etienne De Oliveira" userId="361cb836-5cdc-446f-a11f-94166f94595e" providerId="ADAL" clId="{9BF899E2-8319-40B5-8AF4-84036731AA14}" dt="2025-06-20T06:28:53.346" v="185" actId="20577"/>
        <pc:sldMkLst>
          <pc:docMk/>
          <pc:sldMk cId="897080394" sldId="290"/>
        </pc:sldMkLst>
        <pc:spChg chg="mod">
          <ac:chgData name="Etienne De Oliveira" userId="361cb836-5cdc-446f-a11f-94166f94595e" providerId="ADAL" clId="{9BF899E2-8319-40B5-8AF4-84036731AA14}" dt="2025-06-20T06:28:53.346" v="185" actId="20577"/>
          <ac:spMkLst>
            <pc:docMk/>
            <pc:sldMk cId="897080394" sldId="290"/>
            <ac:spMk id="3" creationId="{3519BE86-3333-9B4E-2155-FFFF8BA9C712}"/>
          </ac:spMkLst>
        </pc:spChg>
      </pc:sldChg>
      <pc:sldChg chg="addSp delSp modSp mod">
        <pc:chgData name="Etienne De Oliveira" userId="361cb836-5cdc-446f-a11f-94166f94595e" providerId="ADAL" clId="{9BF899E2-8319-40B5-8AF4-84036731AA14}" dt="2025-06-20T06:24:16.214" v="124" actId="20577"/>
        <pc:sldMkLst>
          <pc:docMk/>
          <pc:sldMk cId="106750807" sldId="300"/>
        </pc:sldMkLst>
        <pc:spChg chg="mod">
          <ac:chgData name="Etienne De Oliveira" userId="361cb836-5cdc-446f-a11f-94166f94595e" providerId="ADAL" clId="{9BF899E2-8319-40B5-8AF4-84036731AA14}" dt="2025-06-20T06:24:16.214" v="124" actId="20577"/>
          <ac:spMkLst>
            <pc:docMk/>
            <pc:sldMk cId="106750807" sldId="300"/>
            <ac:spMk id="2" creationId="{A4031C16-AFB1-4F7A-41DC-18C2DB061623}"/>
          </ac:spMkLst>
        </pc:spChg>
        <pc:spChg chg="del mod">
          <ac:chgData name="Etienne De Oliveira" userId="361cb836-5cdc-446f-a11f-94166f94595e" providerId="ADAL" clId="{9BF899E2-8319-40B5-8AF4-84036731AA14}" dt="2025-06-20T06:23:45.135" v="106" actId="931"/>
          <ac:spMkLst>
            <pc:docMk/>
            <pc:sldMk cId="106750807" sldId="300"/>
            <ac:spMk id="3" creationId="{AA3B1373-5716-0D3D-D03C-A3A52C2ED01C}"/>
          </ac:spMkLst>
        </pc:spChg>
        <pc:picChg chg="add mod">
          <ac:chgData name="Etienne De Oliveira" userId="361cb836-5cdc-446f-a11f-94166f94595e" providerId="ADAL" clId="{9BF899E2-8319-40B5-8AF4-84036731AA14}" dt="2025-06-20T06:24:01.017" v="116" actId="1076"/>
          <ac:picMkLst>
            <pc:docMk/>
            <pc:sldMk cId="106750807" sldId="300"/>
            <ac:picMk id="4" creationId="{47743810-4AF4-4251-A9F6-6C50D7FE63A6}"/>
          </ac:picMkLst>
        </pc:picChg>
        <pc:picChg chg="add mod">
          <ac:chgData name="Etienne De Oliveira" userId="361cb836-5cdc-446f-a11f-94166f94595e" providerId="ADAL" clId="{9BF899E2-8319-40B5-8AF4-84036731AA14}" dt="2025-06-20T06:23:58.586" v="115" actId="1076"/>
          <ac:picMkLst>
            <pc:docMk/>
            <pc:sldMk cId="106750807" sldId="300"/>
            <ac:picMk id="6" creationId="{7342616E-CC55-41A5-BF95-AFC212CA9D28}"/>
          </ac:picMkLst>
        </pc:picChg>
      </pc:sldChg>
      <pc:sldChg chg="modSp mod">
        <pc:chgData name="Etienne De Oliveira" userId="361cb836-5cdc-446f-a11f-94166f94595e" providerId="ADAL" clId="{9BF899E2-8319-40B5-8AF4-84036731AA14}" dt="2025-06-20T06:16:43.384" v="96" actId="20577"/>
        <pc:sldMkLst>
          <pc:docMk/>
          <pc:sldMk cId="4268446" sldId="301"/>
        </pc:sldMkLst>
        <pc:spChg chg="mod">
          <ac:chgData name="Etienne De Oliveira" userId="361cb836-5cdc-446f-a11f-94166f94595e" providerId="ADAL" clId="{9BF899E2-8319-40B5-8AF4-84036731AA14}" dt="2025-06-20T06:16:43.384" v="96" actId="20577"/>
          <ac:spMkLst>
            <pc:docMk/>
            <pc:sldMk cId="4268446" sldId="301"/>
            <ac:spMk id="3" creationId="{4C88C7CF-65A1-720F-FFE9-5731BDF6E267}"/>
          </ac:spMkLst>
        </pc:spChg>
      </pc:sldChg>
      <pc:sldChg chg="modSp mod">
        <pc:chgData name="Etienne De Oliveira" userId="361cb836-5cdc-446f-a11f-94166f94595e" providerId="ADAL" clId="{9BF899E2-8319-40B5-8AF4-84036731AA14}" dt="2025-06-20T06:32:38.919" v="227" actId="20577"/>
        <pc:sldMkLst>
          <pc:docMk/>
          <pc:sldMk cId="541573054" sldId="305"/>
        </pc:sldMkLst>
        <pc:spChg chg="mod">
          <ac:chgData name="Etienne De Oliveira" userId="361cb836-5cdc-446f-a11f-94166f94595e" providerId="ADAL" clId="{9BF899E2-8319-40B5-8AF4-84036731AA14}" dt="2025-06-20T06:32:38.919" v="227" actId="20577"/>
          <ac:spMkLst>
            <pc:docMk/>
            <pc:sldMk cId="541573054" sldId="305"/>
            <ac:spMk id="3" creationId="{7947E6F1-83B4-3769-9E9E-03B85409D691}"/>
          </ac:spMkLst>
        </pc:spChg>
      </pc:sldChg>
      <pc:sldChg chg="addSp delSp modSp new mod">
        <pc:chgData name="Etienne De Oliveira" userId="361cb836-5cdc-446f-a11f-94166f94595e" providerId="ADAL" clId="{9BF899E2-8319-40B5-8AF4-84036731AA14}" dt="2025-06-20T06:01:28.366" v="81" actId="1076"/>
        <pc:sldMkLst>
          <pc:docMk/>
          <pc:sldMk cId="1578312124" sldId="306"/>
        </pc:sldMkLst>
        <pc:spChg chg="mod">
          <ac:chgData name="Etienne De Oliveira" userId="361cb836-5cdc-446f-a11f-94166f94595e" providerId="ADAL" clId="{9BF899E2-8319-40B5-8AF4-84036731AA14}" dt="2025-06-20T06:00:32.777" v="67" actId="20577"/>
          <ac:spMkLst>
            <pc:docMk/>
            <pc:sldMk cId="1578312124" sldId="306"/>
            <ac:spMk id="2" creationId="{533228B0-75F7-450E-AAFB-9650918FD521}"/>
          </ac:spMkLst>
        </pc:spChg>
        <pc:spChg chg="del">
          <ac:chgData name="Etienne De Oliveira" userId="361cb836-5cdc-446f-a11f-94166f94595e" providerId="ADAL" clId="{9BF899E2-8319-40B5-8AF4-84036731AA14}" dt="2025-06-20T06:00:51.948" v="68" actId="931"/>
          <ac:spMkLst>
            <pc:docMk/>
            <pc:sldMk cId="1578312124" sldId="306"/>
            <ac:spMk id="3" creationId="{9946ACD5-2DD5-4657-8854-F84CEF64DD46}"/>
          </ac:spMkLst>
        </pc:spChg>
        <pc:picChg chg="add mod">
          <ac:chgData name="Etienne De Oliveira" userId="361cb836-5cdc-446f-a11f-94166f94595e" providerId="ADAL" clId="{9BF899E2-8319-40B5-8AF4-84036731AA14}" dt="2025-06-20T06:01:12.068" v="77" actId="1076"/>
          <ac:picMkLst>
            <pc:docMk/>
            <pc:sldMk cId="1578312124" sldId="306"/>
            <ac:picMk id="5" creationId="{FAC13A61-5F9F-40B4-AFC3-47DA843E09E9}"/>
          </ac:picMkLst>
        </pc:picChg>
        <pc:picChg chg="add mod">
          <ac:chgData name="Etienne De Oliveira" userId="361cb836-5cdc-446f-a11f-94166f94595e" providerId="ADAL" clId="{9BF899E2-8319-40B5-8AF4-84036731AA14}" dt="2025-06-20T06:01:28.366" v="81" actId="1076"/>
          <ac:picMkLst>
            <pc:docMk/>
            <pc:sldMk cId="1578312124" sldId="306"/>
            <ac:picMk id="7" creationId="{F86402C8-5A5F-405F-A595-7055F4B14E2C}"/>
          </ac:picMkLst>
        </pc:picChg>
      </pc:sldChg>
      <pc:sldChg chg="addSp delSp modSp new mod">
        <pc:chgData name="Etienne De Oliveira" userId="361cb836-5cdc-446f-a11f-94166f94595e" providerId="ADAL" clId="{9BF899E2-8319-40B5-8AF4-84036731AA14}" dt="2025-06-20T06:02:44.024" v="92" actId="1076"/>
        <pc:sldMkLst>
          <pc:docMk/>
          <pc:sldMk cId="2411080539" sldId="307"/>
        </pc:sldMkLst>
        <pc:spChg chg="mod">
          <ac:chgData name="Etienne De Oliveira" userId="361cb836-5cdc-446f-a11f-94166f94595e" providerId="ADAL" clId="{9BF899E2-8319-40B5-8AF4-84036731AA14}" dt="2025-06-20T06:02:31.829" v="87" actId="20577"/>
          <ac:spMkLst>
            <pc:docMk/>
            <pc:sldMk cId="2411080539" sldId="307"/>
            <ac:spMk id="2" creationId="{07571F41-B22D-4423-A2C8-3C1D20C41E53}"/>
          </ac:spMkLst>
        </pc:spChg>
        <pc:spChg chg="del">
          <ac:chgData name="Etienne De Oliveira" userId="361cb836-5cdc-446f-a11f-94166f94595e" providerId="ADAL" clId="{9BF899E2-8319-40B5-8AF4-84036731AA14}" dt="2025-06-20T06:02:40.286" v="88" actId="931"/>
          <ac:spMkLst>
            <pc:docMk/>
            <pc:sldMk cId="2411080539" sldId="307"/>
            <ac:spMk id="3" creationId="{A7D56C7C-14A3-495A-9676-E94F750918EB}"/>
          </ac:spMkLst>
        </pc:spChg>
        <pc:picChg chg="add mod">
          <ac:chgData name="Etienne De Oliveira" userId="361cb836-5cdc-446f-a11f-94166f94595e" providerId="ADAL" clId="{9BF899E2-8319-40B5-8AF4-84036731AA14}" dt="2025-06-20T06:02:44.024" v="92" actId="1076"/>
          <ac:picMkLst>
            <pc:docMk/>
            <pc:sldMk cId="2411080539" sldId="307"/>
            <ac:picMk id="5" creationId="{6D579547-FFDA-4920-AA4D-CBF6448AA6A2}"/>
          </ac:picMkLst>
        </pc:picChg>
      </pc:sldChg>
      <pc:sldChg chg="addSp modSp new mod">
        <pc:chgData name="Etienne De Oliveira" userId="361cb836-5cdc-446f-a11f-94166f94595e" providerId="ADAL" clId="{9BF899E2-8319-40B5-8AF4-84036731AA14}" dt="2025-06-20T06:27:58.849" v="181" actId="14100"/>
        <pc:sldMkLst>
          <pc:docMk/>
          <pc:sldMk cId="964284005" sldId="308"/>
        </pc:sldMkLst>
        <pc:spChg chg="mod">
          <ac:chgData name="Etienne De Oliveira" userId="361cb836-5cdc-446f-a11f-94166f94595e" providerId="ADAL" clId="{9BF899E2-8319-40B5-8AF4-84036731AA14}" dt="2025-06-20T06:24:24.643" v="138" actId="20577"/>
          <ac:spMkLst>
            <pc:docMk/>
            <pc:sldMk cId="964284005" sldId="308"/>
            <ac:spMk id="2" creationId="{564E15A6-9A89-478E-AFDA-64E9C9FFD3EB}"/>
          </ac:spMkLst>
        </pc:spChg>
        <pc:spChg chg="mod">
          <ac:chgData name="Etienne De Oliveira" userId="361cb836-5cdc-446f-a11f-94166f94595e" providerId="ADAL" clId="{9BF899E2-8319-40B5-8AF4-84036731AA14}" dt="2025-06-20T06:27:44.775" v="177" actId="20577"/>
          <ac:spMkLst>
            <pc:docMk/>
            <pc:sldMk cId="964284005" sldId="308"/>
            <ac:spMk id="3" creationId="{35AEDDDC-0AF7-429B-BF2D-7A39F22D97A8}"/>
          </ac:spMkLst>
        </pc:spChg>
        <pc:picChg chg="add mod">
          <ac:chgData name="Etienne De Oliveira" userId="361cb836-5cdc-446f-a11f-94166f94595e" providerId="ADAL" clId="{9BF899E2-8319-40B5-8AF4-84036731AA14}" dt="2025-06-20T06:27:58.849" v="181" actId="14100"/>
          <ac:picMkLst>
            <pc:docMk/>
            <pc:sldMk cId="964284005" sldId="308"/>
            <ac:picMk id="5" creationId="{A277FF2B-6C6F-496F-9526-63F62C30B95C}"/>
          </ac:picMkLst>
        </pc:picChg>
      </pc:sldChg>
      <pc:sldChg chg="addSp delSp modSp new mod">
        <pc:chgData name="Etienne De Oliveira" userId="361cb836-5cdc-446f-a11f-94166f94595e" providerId="ADAL" clId="{9BF899E2-8319-40B5-8AF4-84036731AA14}" dt="2025-06-20T06:30:55.471" v="207" actId="20577"/>
        <pc:sldMkLst>
          <pc:docMk/>
          <pc:sldMk cId="4234817190" sldId="309"/>
        </pc:sldMkLst>
        <pc:spChg chg="mod">
          <ac:chgData name="Etienne De Oliveira" userId="361cb836-5cdc-446f-a11f-94166f94595e" providerId="ADAL" clId="{9BF899E2-8319-40B5-8AF4-84036731AA14}" dt="2025-06-20T06:30:55.471" v="207" actId="20577"/>
          <ac:spMkLst>
            <pc:docMk/>
            <pc:sldMk cId="4234817190" sldId="309"/>
            <ac:spMk id="2" creationId="{6B15730C-6FCA-4927-B034-271188EDC50D}"/>
          </ac:spMkLst>
        </pc:spChg>
        <pc:spChg chg="del">
          <ac:chgData name="Etienne De Oliveira" userId="361cb836-5cdc-446f-a11f-94166f94595e" providerId="ADAL" clId="{9BF899E2-8319-40B5-8AF4-84036731AA14}" dt="2025-06-20T06:29:40.217" v="187" actId="931"/>
          <ac:spMkLst>
            <pc:docMk/>
            <pc:sldMk cId="4234817190" sldId="309"/>
            <ac:spMk id="3" creationId="{C21A684F-F294-42DE-A38C-E404CAA1669E}"/>
          </ac:spMkLst>
        </pc:spChg>
        <pc:spChg chg="add mod">
          <ac:chgData name="Etienne De Oliveira" userId="361cb836-5cdc-446f-a11f-94166f94595e" providerId="ADAL" clId="{9BF899E2-8319-40B5-8AF4-84036731AA14}" dt="2025-06-20T06:29:41.881" v="190" actId="478"/>
          <ac:spMkLst>
            <pc:docMk/>
            <pc:sldMk cId="4234817190" sldId="309"/>
            <ac:spMk id="7" creationId="{4F07DFEA-2DD5-4019-A1BB-205F48DF6821}"/>
          </ac:spMkLst>
        </pc:spChg>
        <pc:picChg chg="add del mod">
          <ac:chgData name="Etienne De Oliveira" userId="361cb836-5cdc-446f-a11f-94166f94595e" providerId="ADAL" clId="{9BF899E2-8319-40B5-8AF4-84036731AA14}" dt="2025-06-20T06:29:41.881" v="190" actId="478"/>
          <ac:picMkLst>
            <pc:docMk/>
            <pc:sldMk cId="4234817190" sldId="309"/>
            <ac:picMk id="5" creationId="{0B83CBFE-583F-43C3-A882-04AC4C8D179A}"/>
          </ac:picMkLst>
        </pc:picChg>
        <pc:picChg chg="add mod">
          <ac:chgData name="Etienne De Oliveira" userId="361cb836-5cdc-446f-a11f-94166f94595e" providerId="ADAL" clId="{9BF899E2-8319-40B5-8AF4-84036731AA14}" dt="2025-06-20T06:30:41.411" v="193" actId="1076"/>
          <ac:picMkLst>
            <pc:docMk/>
            <pc:sldMk cId="4234817190" sldId="309"/>
            <ac:picMk id="8" creationId="{4337D280-778A-45A8-9F80-D334225F80ED}"/>
          </ac:picMkLst>
        </pc:picChg>
        <pc:picChg chg="add mod">
          <ac:chgData name="Etienne De Oliveira" userId="361cb836-5cdc-446f-a11f-94166f94595e" providerId="ADAL" clId="{9BF899E2-8319-40B5-8AF4-84036731AA14}" dt="2025-06-20T06:30:48.701" v="197" actId="1076"/>
          <ac:picMkLst>
            <pc:docMk/>
            <pc:sldMk cId="4234817190" sldId="309"/>
            <ac:picMk id="9" creationId="{A995971E-1E7B-46B0-8DF4-693059A8604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B1D126-14EC-460E-9C76-FA65681DFC06}" type="datetimeFigureOut">
              <a:rPr lang="fr-FR" smtClean="0"/>
              <a:t>20/06/2025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40EB4-32B3-4FAC-9003-BA05CC9FE1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8644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40EB4-32B3-4FAC-9003-BA05CC9FE16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2186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DMA signifie </a:t>
            </a:r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Accès Direct à la Mémoire</a:t>
            </a:r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fr-CH" dirty="0"/>
            </a:br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C’est un </a:t>
            </a:r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mécanisme matériel</a:t>
            </a:r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qui permet à des </a:t>
            </a:r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périphériques</a:t>
            </a:r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(comme un UART, SPI, ou PWM) de lire ou écrire </a:t>
            </a:r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directement dans la mémoire RAM</a:t>
            </a:r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sans passer par le CPU</a:t>
            </a:r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Sans DMA :</a:t>
            </a:r>
          </a:p>
          <a:p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CPU doit </a:t>
            </a:r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copier chaque donnée</a:t>
            </a:r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ce qui prend du temps et des cycles CPU.</a:t>
            </a:r>
          </a:p>
          <a:p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Avec DMA :</a:t>
            </a:r>
          </a:p>
          <a:p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CPU </a:t>
            </a:r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configure une seule fois</a:t>
            </a:r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le transfert, puis </a:t>
            </a:r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DMA s’en occupe tout seul</a:t>
            </a:r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pendant que le CPU fait autre chose.</a:t>
            </a:r>
          </a:p>
          <a:p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⚙️ Fonctionnement général</a:t>
            </a:r>
          </a:p>
          <a:p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Initialisation</a:t>
            </a:r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du DMA :</a:t>
            </a:r>
          </a:p>
          <a:p>
            <a:pPr lvl="1"/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configure la </a:t>
            </a:r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</a:t>
            </a:r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(ex: un tableau),</a:t>
            </a:r>
          </a:p>
          <a:p>
            <a:pPr lvl="1"/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 </a:t>
            </a:r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destination</a:t>
            </a:r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(ex: un registre de périphérique, comme un buffer SPI, PWM...),</a:t>
            </a:r>
          </a:p>
          <a:p>
            <a:pPr lvl="1"/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la </a:t>
            </a:r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taille</a:t>
            </a:r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du transfert.</a:t>
            </a:r>
          </a:p>
          <a:p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DMA </a:t>
            </a:r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transfère automatiquement</a:t>
            </a:r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les données, sans intervention CPU.</a:t>
            </a:r>
          </a:p>
          <a:p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transfert est fini :</a:t>
            </a:r>
          </a:p>
          <a:p>
            <a:pPr lvl="1"/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 peut générer une </a:t>
            </a:r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interruption</a:t>
            </a:r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pour prévenir le CPU.</a:t>
            </a:r>
          </a:p>
          <a:p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🟦 Exemple avec des </a:t>
            </a:r>
            <a:r>
              <a:rPr lang="fr-CH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LEDs</a:t>
            </a:r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WS2812</a:t>
            </a:r>
          </a:p>
          <a:p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CPU prépare le tableau ws2812_pwm_data[] avec les valeurs de PWM correspondant aux bits RGB.</a:t>
            </a:r>
          </a:p>
          <a:p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DMA est configuré pour </a:t>
            </a:r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envoyer ce tableau</a:t>
            </a:r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vers un module </a:t>
            </a:r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PWM ou SPI</a:t>
            </a:r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CPU n’a plus besoin de </a:t>
            </a:r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synchroniser les timings complexes</a:t>
            </a:r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(qui sont très précis pour WS2812).</a:t>
            </a:r>
          </a:p>
          <a:p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 </a:t>
            </a:r>
            <a:r>
              <a:rPr lang="fr-CH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DMA garantit la précision</a:t>
            </a:r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temporelle nécessaire pour que les </a:t>
            </a:r>
            <a:r>
              <a:rPr lang="fr-CH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LEDs</a:t>
            </a:r>
            <a:r>
              <a:rPr lang="fr-C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comprennent les données.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40EB4-32B3-4FAC-9003-BA05CC9FE160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4722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87500"/>
            <a:ext cx="7543800" cy="2161646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10000"/>
            <a:ext cx="6461760" cy="8890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467544" y="1357333"/>
            <a:ext cx="7620000" cy="4000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072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76200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7620000" cy="4000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2" y="0"/>
            <a:ext cx="685800" cy="5715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8458202" y="4572000"/>
            <a:ext cx="685800" cy="57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800"/>
          </a:p>
        </p:txBody>
      </p:sp>
      <p:sp>
        <p:nvSpPr>
          <p:cNvPr id="9" name="ZoneTexte 8"/>
          <p:cNvSpPr txBox="1"/>
          <p:nvPr/>
        </p:nvSpPr>
        <p:spPr>
          <a:xfrm>
            <a:off x="8492952" y="0"/>
            <a:ext cx="553998" cy="439772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l"/>
            <a:r>
              <a:rPr lang="fr-FR" sz="2400">
                <a:solidFill>
                  <a:schemeClr val="bg1"/>
                </a:solidFill>
              </a:rPr>
              <a:t>Electronique</a:t>
            </a:r>
          </a:p>
        </p:txBody>
      </p:sp>
      <p:sp>
        <p:nvSpPr>
          <p:cNvPr id="4" name="Parenthèses 3"/>
          <p:cNvSpPr/>
          <p:nvPr/>
        </p:nvSpPr>
        <p:spPr>
          <a:xfrm>
            <a:off x="8513069" y="4677730"/>
            <a:ext cx="576064" cy="360040"/>
          </a:xfrm>
          <a:prstGeom prst="bracketPair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fld id="{DE558618-995F-4F44-A3C4-04FEF3C3CE9A}" type="slidenum">
              <a:rPr lang="fr-FR" sz="1800" smtClean="0">
                <a:solidFill>
                  <a:schemeClr val="bg1"/>
                </a:solidFill>
              </a:rPr>
              <a:t>‹N°›</a:t>
            </a:fld>
            <a:endParaRPr lang="fr-FR" sz="1800">
              <a:solidFill>
                <a:schemeClr val="bg1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8244408" y="5317776"/>
            <a:ext cx="11521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800" dirty="0">
                <a:solidFill>
                  <a:schemeClr val="bg1"/>
                </a:solidFill>
                <a:latin typeface="ETML" panose="020B0603050302020204" pitchFamily="34" charset="0"/>
              </a:rPr>
              <a:t>ETML-es</a:t>
            </a:r>
            <a:endParaRPr lang="fr-CH" sz="1000" dirty="0">
              <a:solidFill>
                <a:schemeClr val="bg1"/>
              </a:solidFill>
              <a:latin typeface="ETML" panose="020B06030503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1" baseline="0">
          <a:ln>
            <a:noFill/>
          </a:ln>
          <a:solidFill>
            <a:schemeClr val="tx2"/>
          </a:solidFill>
          <a:effectLst/>
          <a:latin typeface="+mn-lt"/>
          <a:ea typeface="+mj-ea"/>
          <a:cs typeface="+mj-cs"/>
        </a:defRPr>
      </a:lvl1pPr>
    </p:titleStyle>
    <p:bodyStyle>
      <a:lvl1pPr marL="539750" indent="-454026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1071563" indent="-355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2418-Démonstrateur graphiques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De Oliveira Etienne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683568" y="4769970"/>
            <a:ext cx="1667444" cy="2617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1" dirty="0">
                <a:solidFill>
                  <a:schemeClr val="tx2"/>
                </a:solidFill>
              </a:rPr>
              <a:t>Version : 16.06.2025 / 0.0</a:t>
            </a:r>
          </a:p>
        </p:txBody>
      </p:sp>
    </p:spTree>
    <p:extLst>
      <p:ext uri="{BB962C8B-B14F-4D97-AF65-F5344CB8AC3E}">
        <p14:creationId xmlns:p14="http://schemas.microsoft.com/office/powerpoint/2010/main" val="338938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Sommaire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CH" dirty="0"/>
              <a:t>Rappel CDC</a:t>
            </a:r>
          </a:p>
          <a:p>
            <a:r>
              <a:rPr lang="fr-CH" dirty="0"/>
              <a:t>Planification</a:t>
            </a:r>
          </a:p>
          <a:p>
            <a:r>
              <a:rPr lang="fr-CH" dirty="0"/>
              <a:t>BOM</a:t>
            </a:r>
          </a:p>
          <a:p>
            <a:r>
              <a:rPr lang="fr-CH" dirty="0"/>
              <a:t>Aspects techniques</a:t>
            </a:r>
          </a:p>
          <a:p>
            <a:r>
              <a:rPr lang="fr-CH" dirty="0"/>
              <a:t>Conception</a:t>
            </a:r>
          </a:p>
          <a:p>
            <a:r>
              <a:rPr lang="fr-CH" dirty="0"/>
              <a:t>Problèmes rencontrés</a:t>
            </a:r>
          </a:p>
          <a:p>
            <a:r>
              <a:rPr lang="fr-CH" dirty="0"/>
              <a:t>Tests</a:t>
            </a:r>
          </a:p>
          <a:p>
            <a:r>
              <a:rPr lang="fr-CH" dirty="0"/>
              <a:t>Programmation</a:t>
            </a:r>
          </a:p>
          <a:p>
            <a:r>
              <a:rPr lang="fr-CH" dirty="0"/>
              <a:t>Démo</a:t>
            </a:r>
          </a:p>
          <a:p>
            <a:r>
              <a:rPr lang="fr-CH" dirty="0"/>
              <a:t>Bilan </a:t>
            </a:r>
          </a:p>
          <a:p>
            <a:r>
              <a:rPr lang="fr-CH" dirty="0"/>
              <a:t>Conclusion</a:t>
            </a:r>
          </a:p>
          <a:p>
            <a:r>
              <a:rPr lang="fr-CH" dirty="0"/>
              <a:t>Questions</a:t>
            </a: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884078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19AAD0-D93F-4807-C3BA-73C307326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Rappel CDC</a:t>
            </a:r>
          </a:p>
        </p:txBody>
      </p:sp>
      <p:pic>
        <p:nvPicPr>
          <p:cNvPr id="7" name="Espace réservé du contenu 6" descr="Une image contenant texte, Appareils électroniques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DB967AE8-5C79-AFEC-61F4-01A35D4B66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912481"/>
            <a:ext cx="5544616" cy="4587548"/>
          </a:xfrm>
        </p:spPr>
      </p:pic>
    </p:spTree>
    <p:extLst>
      <p:ext uri="{BB962C8B-B14F-4D97-AF65-F5344CB8AC3E}">
        <p14:creationId xmlns:p14="http://schemas.microsoft.com/office/powerpoint/2010/main" val="2907996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934900-0E8F-B84F-2EFB-756D5A756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Planification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00E8F7-6A41-B4CA-6F89-FB06F67FA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3000" dirty="0"/>
              <a:t>15h10 pour 10	</a:t>
            </a:r>
          </a:p>
          <a:p>
            <a:r>
              <a:rPr lang="fr-FR" sz="3000" dirty="0"/>
              <a:t>18h pour 20		</a:t>
            </a:r>
          </a:p>
          <a:p>
            <a:r>
              <a:rPr lang="fr-FR" sz="3000" dirty="0"/>
              <a:t>24h pour 30</a:t>
            </a:r>
          </a:p>
          <a:p>
            <a:r>
              <a:rPr lang="fr-FR" sz="3000" dirty="0"/>
              <a:t>35h15 pour 40</a:t>
            </a:r>
          </a:p>
          <a:p>
            <a:r>
              <a:rPr lang="fr-FR" sz="3000" dirty="0"/>
              <a:t>11h pour 50</a:t>
            </a:r>
          </a:p>
          <a:p>
            <a:r>
              <a:rPr lang="fr-FR" sz="3000" dirty="0"/>
              <a:t>36h20 pour 60</a:t>
            </a:r>
          </a:p>
          <a:p>
            <a:r>
              <a:rPr lang="fr-FR" sz="3000" dirty="0"/>
              <a:t>6h30 pour 70</a:t>
            </a:r>
          </a:p>
          <a:p>
            <a:r>
              <a:rPr lang="fr-FR" sz="3000" dirty="0"/>
              <a:t>Planifié 144:00</a:t>
            </a:r>
          </a:p>
          <a:p>
            <a:r>
              <a:rPr lang="fr-FR" sz="3000" dirty="0"/>
              <a:t>Réalisé 146:15 </a:t>
            </a:r>
          </a:p>
          <a:p>
            <a:r>
              <a:rPr lang="fr-FR" sz="3000" dirty="0"/>
              <a:t>Différence de +2h15</a:t>
            </a:r>
          </a:p>
          <a:p>
            <a:endParaRPr lang="fr-FR" sz="2000" dirty="0"/>
          </a:p>
          <a:p>
            <a:endParaRPr lang="fr-FR" sz="2000" dirty="0"/>
          </a:p>
        </p:txBody>
      </p:sp>
      <p:pic>
        <p:nvPicPr>
          <p:cNvPr id="4" name="Espace réservé du contenu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0B52E2A7-961D-5D4B-3EAF-905D3E99C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175555"/>
            <a:ext cx="3937248" cy="536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938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A065B4-F3C3-CDA7-2D0C-58C1EC6FA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BF3AF5-1D55-B717-3327-FEBDA08A5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Coût pour une carte 310,06 frs</a:t>
            </a:r>
          </a:p>
          <a:p>
            <a:r>
              <a:rPr lang="fr-FR" dirty="0"/>
              <a:t>Le plus cher étant le PCB avec stencil 167 .- </a:t>
            </a:r>
          </a:p>
          <a:p>
            <a:r>
              <a:rPr lang="fr-FR" dirty="0"/>
              <a:t>L’écran 84 .-</a:t>
            </a:r>
          </a:p>
          <a:p>
            <a:pPr marL="85724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6455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CABD53-01AE-2A95-B62D-B1259076C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Aspects techniques</a:t>
            </a:r>
            <a:br>
              <a:rPr lang="fr-CH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CACBF2-B76E-8293-351B-CE99D164D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Footprint écran</a:t>
            </a:r>
          </a:p>
          <a:p>
            <a:endParaRPr lang="fr-FR" dirty="0"/>
          </a:p>
          <a:p>
            <a:r>
              <a:rPr lang="fr-FR" dirty="0"/>
              <a:t>Montage écran</a:t>
            </a:r>
          </a:p>
          <a:p>
            <a:pPr marL="85724" indent="0">
              <a:buNone/>
            </a:pPr>
            <a:r>
              <a:rPr lang="fr-FR" dirty="0"/>
              <a:t>    et HP</a:t>
            </a:r>
          </a:p>
          <a:p>
            <a:endParaRPr lang="fr-FR" dirty="0"/>
          </a:p>
        </p:txBody>
      </p:sp>
      <p:pic>
        <p:nvPicPr>
          <p:cNvPr id="5" name="Image 4" descr="Une image contenant Rectangle, capture d’écran, ligne, Parallèle&#10;&#10;Le contenu généré par l’IA peut être incorrect.">
            <a:extLst>
              <a:ext uri="{FF2B5EF4-FFF2-40B4-BE49-F238E27FC236}">
                <a16:creationId xmlns:a16="http://schemas.microsoft.com/office/drawing/2014/main" id="{F52971D9-0870-D649-543E-F08F84477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705115"/>
            <a:ext cx="4211960" cy="2381015"/>
          </a:xfrm>
          <a:prstGeom prst="rect">
            <a:avLst/>
          </a:prstGeom>
        </p:spPr>
      </p:pic>
      <p:pic>
        <p:nvPicPr>
          <p:cNvPr id="7" name="Image 6" descr="Une image contenant texte, écriture manuscrite, diagramme, Police&#10;&#10;Le contenu généré par l’IA peut être incorrect.">
            <a:extLst>
              <a:ext uri="{FF2B5EF4-FFF2-40B4-BE49-F238E27FC236}">
                <a16:creationId xmlns:a16="http://schemas.microsoft.com/office/drawing/2014/main" id="{4948A9DA-1BDE-D1CE-2C64-B7F2B96A6B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481" y="3112345"/>
            <a:ext cx="1955498" cy="249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67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07A2E5-245A-6167-AA1A-5D278C298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Conception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BB0858-50C2-7B9C-77EA-AB5717B8F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Routage</a:t>
            </a:r>
          </a:p>
          <a:p>
            <a:r>
              <a:rPr lang="fr-FR" dirty="0"/>
              <a:t>Alim.</a:t>
            </a:r>
          </a:p>
          <a:p>
            <a:pPr lvl="1"/>
            <a:r>
              <a:rPr lang="fr-FR" dirty="0"/>
              <a:t>2.6A</a:t>
            </a:r>
          </a:p>
          <a:p>
            <a:r>
              <a:rPr lang="fr-FR" dirty="0"/>
              <a:t>Signal</a:t>
            </a:r>
          </a:p>
          <a:p>
            <a:pPr lvl="1"/>
            <a:r>
              <a:rPr lang="fr-FR" dirty="0"/>
              <a:t>0.8A</a:t>
            </a:r>
          </a:p>
          <a:p>
            <a:pPr lvl="1"/>
            <a:endParaRPr lang="fr-FR" dirty="0"/>
          </a:p>
          <a:p>
            <a:pPr marL="85724" indent="0">
              <a:buNone/>
            </a:pPr>
            <a:endParaRPr lang="fr-FR" dirty="0"/>
          </a:p>
          <a:p>
            <a:pPr marL="85724" indent="0">
              <a:buNone/>
            </a:pPr>
            <a:endParaRPr lang="fr-FR" dirty="0"/>
          </a:p>
        </p:txBody>
      </p:sp>
      <p:pic>
        <p:nvPicPr>
          <p:cNvPr id="5" name="Image 4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2BD9027B-2935-DFFD-5FF9-B6C2F51F4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841276"/>
            <a:ext cx="2547990" cy="4729707"/>
          </a:xfrm>
          <a:prstGeom prst="rect">
            <a:avLst/>
          </a:prstGeom>
        </p:spPr>
      </p:pic>
      <p:pic>
        <p:nvPicPr>
          <p:cNvPr id="7" name="Image 6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4B4D7A15-D666-2132-D1A6-6BDB13FBB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6"/>
          <a:stretch>
            <a:fillRect/>
          </a:stretch>
        </p:blipFill>
        <p:spPr>
          <a:xfrm>
            <a:off x="5679830" y="841275"/>
            <a:ext cx="2640485" cy="472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908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340D3A-5601-D74A-8B21-6B073FCD4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Conception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6ADC8D-5142-A16F-3520-602C66F8C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TPS2117</a:t>
            </a:r>
          </a:p>
          <a:p>
            <a:r>
              <a:rPr lang="fr-FR" dirty="0"/>
              <a:t>TPA6205</a:t>
            </a:r>
          </a:p>
        </p:txBody>
      </p:sp>
      <p:pic>
        <p:nvPicPr>
          <p:cNvPr id="5" name="Image 4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011BE963-CD0C-AB47-4185-2F49AD048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92" y="2929508"/>
            <a:ext cx="3419872" cy="2010380"/>
          </a:xfrm>
          <a:prstGeom prst="rect">
            <a:avLst/>
          </a:prstGeom>
        </p:spPr>
      </p:pic>
      <p:pic>
        <p:nvPicPr>
          <p:cNvPr id="7" name="Image 6" descr="Une image contenant texte, diagramme, capture d’écran, Plan&#10;&#10;Le contenu généré par l’IA peut être incorrect.">
            <a:extLst>
              <a:ext uri="{FF2B5EF4-FFF2-40B4-BE49-F238E27FC236}">
                <a16:creationId xmlns:a16="http://schemas.microsoft.com/office/drawing/2014/main" id="{B6FAC526-4D7F-2A55-3373-D86B35F953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2500333"/>
            <a:ext cx="2901803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994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15730C-6FCA-4927-B034-271188EDC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TPS et TPA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4F07DFEA-2DD5-4019-A1BB-205F48DF6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337D280-778A-45A8-9F80-D334225F8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06857"/>
            <a:ext cx="3177597" cy="290128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995971E-1E7B-46B0-8DF4-693059A86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540" y="1993404"/>
            <a:ext cx="4410004" cy="197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817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BB180B-D5F4-605C-7590-B6910DDEF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238200-54C2-2E53-046F-25DF589C7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 descr="Une image contenant texte, circuit, capture d’écran, Ingénierie électronique&#10;&#10;Le contenu généré par l’IA peut être incorrect.">
            <a:extLst>
              <a:ext uri="{FF2B5EF4-FFF2-40B4-BE49-F238E27FC236}">
                <a16:creationId xmlns:a16="http://schemas.microsoft.com/office/drawing/2014/main" id="{0A4F6815-4C5E-47BB-0575-9D5BBA768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633" y="86884"/>
            <a:ext cx="5915133" cy="554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734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capture d’écran, Rectangle, diagramme, ligne&#10;&#10;Le contenu généré par l’IA peut être incorrect.">
            <a:extLst>
              <a:ext uri="{FF2B5EF4-FFF2-40B4-BE49-F238E27FC236}">
                <a16:creationId xmlns:a16="http://schemas.microsoft.com/office/drawing/2014/main" id="{FBEA7030-E5EE-E035-B5D8-00DB0F1049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19216"/>
            <a:ext cx="5904656" cy="5476567"/>
          </a:xfrm>
          <a:noFill/>
        </p:spPr>
      </p:pic>
    </p:spTree>
    <p:extLst>
      <p:ext uri="{BB962C8B-B14F-4D97-AF65-F5344CB8AC3E}">
        <p14:creationId xmlns:p14="http://schemas.microsoft.com/office/powerpoint/2010/main" val="2244850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C8C214-225C-7A1C-FF1B-3A4E42718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Espace réservé du contenu 4" descr="Une image contenant Appareils électroniques, capture d’écran, Ingénierie électronique, texte&#10;&#10;Le contenu généré par l’IA peut être incorrect.">
            <a:extLst>
              <a:ext uri="{FF2B5EF4-FFF2-40B4-BE49-F238E27FC236}">
                <a16:creationId xmlns:a16="http://schemas.microsoft.com/office/drawing/2014/main" id="{DC9D12D6-66C2-BA8D-FDC8-0E0196DE05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00397"/>
            <a:ext cx="5884725" cy="5514206"/>
          </a:xfrm>
        </p:spPr>
      </p:pic>
    </p:spTree>
    <p:extLst>
      <p:ext uri="{BB962C8B-B14F-4D97-AF65-F5344CB8AC3E}">
        <p14:creationId xmlns:p14="http://schemas.microsoft.com/office/powerpoint/2010/main" val="4207386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B49136-D25D-8802-BD0A-C534CFB0F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AA7945-5DD1-CC3F-B7F7-EF6DC1008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5724" indent="0">
              <a:buNone/>
            </a:pPr>
            <a:endParaRPr lang="fr-FR" dirty="0"/>
          </a:p>
        </p:txBody>
      </p:sp>
      <p:pic>
        <p:nvPicPr>
          <p:cNvPr id="7" name="Image 6" descr="Une image contenant Appareils électroniques, Ingénierie électronique, fils électriques, Composant d’ordinateur&#10;&#10;Le contenu généré par l’IA peut être incorrect.">
            <a:extLst>
              <a:ext uri="{FF2B5EF4-FFF2-40B4-BE49-F238E27FC236}">
                <a16:creationId xmlns:a16="http://schemas.microsoft.com/office/drawing/2014/main" id="{A67FBAA5-9252-18FA-1F9B-F4D246269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00" t="12200" r="18641" b="31100"/>
          <a:stretch>
            <a:fillRect/>
          </a:stretch>
        </p:blipFill>
        <p:spPr>
          <a:xfrm rot="16200000">
            <a:off x="1345358" y="-1434053"/>
            <a:ext cx="5531334" cy="858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417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931896-A60A-5D48-D97E-28F422C7E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Problèmes hardware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1CB4A6-2EB3-682B-F387-35CF9E2ED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Connecteur X17 de l’écran</a:t>
            </a:r>
          </a:p>
          <a:p>
            <a:r>
              <a:rPr lang="fr-FR" dirty="0"/>
              <a:t>Connecteur X16 DC</a:t>
            </a:r>
          </a:p>
        </p:txBody>
      </p:sp>
      <p:pic>
        <p:nvPicPr>
          <p:cNvPr id="4" name="Image 3" descr="Une image contenant texte, capture d’écran, diagramme, nombre&#10;&#10;Description générée automatiquement">
            <a:extLst>
              <a:ext uri="{FF2B5EF4-FFF2-40B4-BE49-F238E27FC236}">
                <a16:creationId xmlns:a16="http://schemas.microsoft.com/office/drawing/2014/main" id="{93EAED78-78A3-8814-E0A7-4985D50E82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581" y="2415324"/>
            <a:ext cx="3168352" cy="27690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C8936A8-8D89-C80B-56C7-E713BD38E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2883520"/>
            <a:ext cx="2569845" cy="18326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5246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5B75A0-2A8E-EBBF-E817-7C74B3007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19BE86-3333-9B4E-2155-FFFF8BA9C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Alimentations OK</a:t>
            </a:r>
          </a:p>
          <a:p>
            <a:r>
              <a:rPr lang="fr-FR" dirty="0"/>
              <a:t>TPS2117 OK</a:t>
            </a:r>
          </a:p>
          <a:p>
            <a:r>
              <a:rPr lang="fr-FR" dirty="0"/>
              <a:t>PIC32 OK</a:t>
            </a:r>
          </a:p>
          <a:p>
            <a:r>
              <a:rPr lang="fr-FR" dirty="0"/>
              <a:t>LED OK</a:t>
            </a:r>
          </a:p>
          <a:p>
            <a:r>
              <a:rPr lang="fr-FR" dirty="0"/>
              <a:t>Ecran (OK)</a:t>
            </a:r>
          </a:p>
          <a:p>
            <a:r>
              <a:rPr lang="fr-FR" dirty="0"/>
              <a:t>HP OK</a:t>
            </a:r>
          </a:p>
          <a:p>
            <a:r>
              <a:rPr lang="fr-FR" dirty="0"/>
              <a:t>UART (OK)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7080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C5C148-AD97-2281-FD37-710270D1C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Alimentation 5V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13C7C7D0-A14A-D94D-CB1E-9EBD4C32D0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594" y="1043311"/>
            <a:ext cx="6879211" cy="442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091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E44A36-BE73-62F9-49BA-488301259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Alimentation 3V3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27BA6362-D37E-31AD-1DCD-A8D828BA0E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282" y="1043723"/>
            <a:ext cx="7037070" cy="45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901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60BA0F-E795-69BB-330C-D986C041E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400" dirty="0"/>
              <a:t>Configuration PIC32 (pin settings)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AB205B-D596-9064-8355-563269C3C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248F60C-069B-C684-39B7-5BF528752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025" name="Image 15">
            <a:extLst>
              <a:ext uri="{FF2B5EF4-FFF2-40B4-BE49-F238E27FC236}">
                <a16:creationId xmlns:a16="http://schemas.microsoft.com/office/drawing/2014/main" id="{9B5AB353-F877-9976-A71E-45DC0E5EE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312" y="1105470"/>
            <a:ext cx="4176464" cy="4396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AC78E97F-533C-0897-780A-A4265EE6F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94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CH" altLang="fr-F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fr-CH" altLang="fr-FR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fr-CH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3AD979A-1D23-1140-9ED8-1AEFCC6FC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4235604"/>
            <a:ext cx="1108153" cy="83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56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B5B224-F1D3-178C-7154-DD033AB8D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800" dirty="0"/>
              <a:t>Configuration PIC32 (</a:t>
            </a:r>
            <a:r>
              <a:rPr lang="fr-FR" sz="4800" dirty="0" err="1"/>
              <a:t>clock</a:t>
            </a:r>
            <a:r>
              <a:rPr lang="fr-FR" sz="4800" dirty="0"/>
              <a:t>)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70164B-827D-EF95-4B15-3A4563338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1DAB62A-7152-AD5B-2676-AD9E38093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12" y="1322455"/>
            <a:ext cx="8568952" cy="2784534"/>
          </a:xfrm>
          <a:prstGeom prst="rect">
            <a:avLst/>
          </a:prstGeom>
          <a:ln>
            <a:noFill/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750DDF4-7C44-A6F4-08A8-263DEA695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4108703"/>
            <a:ext cx="7620000" cy="227688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624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122A30-C6F7-95E5-4C90-E0262E732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PIC32 lecture test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6500A6-B048-C594-962F-0A182AC69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7478458-08F2-AD30-EE80-753A8679C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547" y="1327245"/>
            <a:ext cx="5700905" cy="37281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15391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9A3DD5-8B53-CF21-DDAC-149821376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Configuration SPI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686CB052-64B8-6A8E-1DBF-DACF2C327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SPI4</a:t>
            </a:r>
          </a:p>
          <a:p>
            <a:r>
              <a:rPr lang="fr-FR" dirty="0"/>
              <a:t>Mode 8 bits</a:t>
            </a:r>
          </a:p>
          <a:p>
            <a:r>
              <a:rPr lang="fr-FR" dirty="0" err="1"/>
              <a:t>Clock</a:t>
            </a:r>
            <a:r>
              <a:rPr lang="fr-FR" dirty="0"/>
              <a:t> 10MHz</a:t>
            </a:r>
          </a:p>
          <a:p>
            <a:r>
              <a:rPr lang="fr-FR" dirty="0" err="1"/>
              <a:t>Idle</a:t>
            </a:r>
            <a:r>
              <a:rPr lang="fr-FR" dirty="0"/>
              <a:t> </a:t>
            </a:r>
            <a:r>
              <a:rPr lang="fr-FR" dirty="0" err="1"/>
              <a:t>low</a:t>
            </a:r>
            <a:r>
              <a:rPr lang="fr-FR" dirty="0"/>
              <a:t> </a:t>
            </a:r>
            <a:r>
              <a:rPr lang="fr-FR" dirty="0" err="1"/>
              <a:t>edge</a:t>
            </a:r>
            <a:r>
              <a:rPr lang="fr-FR" dirty="0"/>
              <a:t> </a:t>
            </a:r>
            <a:r>
              <a:rPr lang="fr-FR" dirty="0" err="1"/>
              <a:t>fall</a:t>
            </a:r>
            <a:endParaRPr lang="fr-FR" dirty="0"/>
          </a:p>
          <a:p>
            <a:r>
              <a:rPr lang="fr-FR" dirty="0"/>
              <a:t>Phase in middle</a:t>
            </a:r>
          </a:p>
        </p:txBody>
      </p:sp>
      <p:pic>
        <p:nvPicPr>
          <p:cNvPr id="8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1E5B7AD3-A606-4CEF-1933-414CA8E25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212097"/>
            <a:ext cx="3888432" cy="545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05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E1EBA9-443E-FDB6-5A66-630C79D2D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Problèmes rencontrés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DAAC20-C4D6-908E-C4C0-55FCC9B3F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Communication avec le FT812</a:t>
            </a:r>
          </a:p>
          <a:p>
            <a:pPr lvl="1"/>
            <a:r>
              <a:rPr lang="fr-FR" dirty="0"/>
              <a:t>Solution Input Phase du SPI et init </a:t>
            </a:r>
          </a:p>
          <a:p>
            <a:r>
              <a:rPr lang="fr-FR" dirty="0"/>
              <a:t>Affichage de l’écran</a:t>
            </a:r>
          </a:p>
          <a:p>
            <a:pPr lvl="1"/>
            <a:r>
              <a:rPr lang="fr-FR" dirty="0"/>
              <a:t>Pour l’instant pas trouvé de solution</a:t>
            </a:r>
          </a:p>
        </p:txBody>
      </p:sp>
    </p:spTree>
    <p:extLst>
      <p:ext uri="{BB962C8B-B14F-4D97-AF65-F5344CB8AC3E}">
        <p14:creationId xmlns:p14="http://schemas.microsoft.com/office/powerpoint/2010/main" val="3347421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D5BCF9-CF20-B116-1651-0D4385AD7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lecture registre REG_ID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093AA3-E91E-C39F-1DA4-5D88E7506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5AA315D-89DC-D353-4EBA-AA40F928D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058400"/>
            <a:ext cx="7270576" cy="468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001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EFC2CF-AAD0-D616-888F-1C9BDE478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lecture registre REG_ID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18C6D6-FBCB-73A0-1C5F-8A6E155B5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058F401-90FE-25DE-40AC-6FAB46E2D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6" y="1027562"/>
            <a:ext cx="7371164" cy="474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65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A46330-B964-CD86-AB78-B1E058F77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lecture registre CHIP_ID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C58AEA-C76C-ACCF-9421-1982E0AA3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633F8CA-7EEA-F4A5-5463-33C276B13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80" y="1058324"/>
            <a:ext cx="7143328" cy="459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352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759DC6-4ACF-061A-CB2B-CC94F1AD4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0B3834-C4A9-6F01-4573-889915EBF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Configuration des registres </a:t>
            </a:r>
          </a:p>
          <a:p>
            <a:r>
              <a:rPr lang="fr-FR" dirty="0"/>
              <a:t>Activation de l’écran</a:t>
            </a:r>
          </a:p>
          <a:p>
            <a:r>
              <a:rPr lang="fr-FR" dirty="0"/>
              <a:t>Allumage rétroéclairage</a:t>
            </a:r>
          </a:p>
          <a:p>
            <a:r>
              <a:rPr lang="fr-FR" dirty="0"/>
              <a:t>Init ok mais impossible de faire quelque chose ensuite </a:t>
            </a:r>
          </a:p>
        </p:txBody>
      </p:sp>
    </p:spTree>
    <p:extLst>
      <p:ext uri="{BB962C8B-B14F-4D97-AF65-F5344CB8AC3E}">
        <p14:creationId xmlns:p14="http://schemas.microsoft.com/office/powerpoint/2010/main" val="1806389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031C16-AFB1-4F7A-41DC-18C2DB061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UART </a:t>
            </a:r>
            <a:r>
              <a:rPr lang="fr-FR" dirty="0" err="1"/>
              <a:t>reveive</a:t>
            </a:r>
            <a:endParaRPr lang="fr-FR" dirty="0"/>
          </a:p>
        </p:txBody>
      </p:sp>
      <p:pic>
        <p:nvPicPr>
          <p:cNvPr id="6" name="Espace réservé du contenu 5" descr="Une image contenant texte, capture d’écran, ligne, Tracé&#10;&#10;Description générée automatiquement">
            <a:extLst>
              <a:ext uri="{FF2B5EF4-FFF2-40B4-BE49-F238E27FC236}">
                <a16:creationId xmlns:a16="http://schemas.microsoft.com/office/drawing/2014/main" id="{7342616E-CC55-41A5-BF95-AFC212CA9D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036040"/>
            <a:ext cx="6912768" cy="4450095"/>
          </a:xfr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7743810-4AF4-4251-A9F6-6C50D7FE6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2209428"/>
            <a:ext cx="2934032" cy="163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08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E15A6-9A89-478E-AFDA-64E9C9FF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UART transmit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AEDDDC-0AF7-429B-BF2D-7A39F22D9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 dirty="0"/>
          </a:p>
        </p:txBody>
      </p:sp>
      <p:pic>
        <p:nvPicPr>
          <p:cNvPr id="5" name="Image 4" descr="Une image contenant texte, capture d’écran, ligne, Tracé&#10;&#10;Description générée automatiquement">
            <a:extLst>
              <a:ext uri="{FF2B5EF4-FFF2-40B4-BE49-F238E27FC236}">
                <a16:creationId xmlns:a16="http://schemas.microsoft.com/office/drawing/2014/main" id="{A277FF2B-6C6F-496F-9526-63F62C30B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108" y="985293"/>
            <a:ext cx="7129548" cy="458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2840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571F41-B22D-4423-A2C8-3C1D20C41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UART</a:t>
            </a:r>
          </a:p>
        </p:txBody>
      </p:sp>
      <p:pic>
        <p:nvPicPr>
          <p:cNvPr id="5" name="Espace réservé du contenu 4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6D579547-FFDA-4920-AA4D-CBF6448AA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141" y="670320"/>
            <a:ext cx="5959059" cy="4620080"/>
          </a:xfrm>
        </p:spPr>
      </p:pic>
    </p:spTree>
    <p:extLst>
      <p:ext uri="{BB962C8B-B14F-4D97-AF65-F5344CB8AC3E}">
        <p14:creationId xmlns:p14="http://schemas.microsoft.com/office/powerpoint/2010/main" val="2411080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DD2340-0F61-5C24-7768-4AA47A902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Haut-parleur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88C7CF-65A1-720F-FFE9-5731BDF6E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Fonctionne avec un générateur</a:t>
            </a:r>
          </a:p>
          <a:p>
            <a:r>
              <a:rPr lang="fr-FR" dirty="0"/>
              <a:t>Mais pas avec l’écran</a:t>
            </a:r>
          </a:p>
        </p:txBody>
      </p:sp>
    </p:spTree>
    <p:extLst>
      <p:ext uri="{BB962C8B-B14F-4D97-AF65-F5344CB8AC3E}">
        <p14:creationId xmlns:p14="http://schemas.microsoft.com/office/powerpoint/2010/main" val="42684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B06EA2-9E22-6C14-8956-6D77439FA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Cercle Leds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DB6C8E-FCAA-F1B5-A18D-7AA34EF5B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Fonctionne avec PWM et DMA et PEC12</a:t>
            </a:r>
          </a:p>
          <a:p>
            <a:r>
              <a:rPr lang="fr-FR" dirty="0"/>
              <a:t>Affiche :</a:t>
            </a:r>
          </a:p>
          <a:p>
            <a:pPr lvl="1"/>
            <a:r>
              <a:rPr lang="fr-FR" dirty="0"/>
              <a:t>Couleur uni </a:t>
            </a:r>
            <a:r>
              <a:rPr lang="fr-FR"/>
              <a:t>(orange et rose)</a:t>
            </a:r>
            <a:endParaRPr lang="fr-FR" dirty="0"/>
          </a:p>
          <a:p>
            <a:pPr lvl="1"/>
            <a:r>
              <a:rPr lang="fr-FR" dirty="0"/>
              <a:t>2 leds </a:t>
            </a:r>
          </a:p>
          <a:p>
            <a:pPr lvl="1"/>
            <a:r>
              <a:rPr lang="fr-FR" dirty="0"/>
              <a:t>Un arc-en-ciel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08008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3228B0-75F7-450E-AAFB-9650918FD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Timer 2 et OC2</a:t>
            </a:r>
          </a:p>
        </p:txBody>
      </p:sp>
      <p:pic>
        <p:nvPicPr>
          <p:cNvPr id="5" name="Espace réservé du contenu 4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FAC13A61-5F9F-40B4-AFC3-47DA843E0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85292"/>
            <a:ext cx="7620000" cy="2448532"/>
          </a:xfrm>
        </p:spPr>
      </p:pic>
      <p:pic>
        <p:nvPicPr>
          <p:cNvPr id="7" name="Image 6" descr="Une image contenant texte, capture d’écran, Police, logiciel&#10;&#10;Description générée automatiquement">
            <a:extLst>
              <a:ext uri="{FF2B5EF4-FFF2-40B4-BE49-F238E27FC236}">
                <a16:creationId xmlns:a16="http://schemas.microsoft.com/office/drawing/2014/main" id="{F86402C8-5A5F-405F-A595-7055F4B14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217540"/>
            <a:ext cx="4630820" cy="239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3121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57061B-AE0E-96C2-E7F4-E4E8EE582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1880" y="2381250"/>
            <a:ext cx="7620000" cy="952500"/>
          </a:xfrm>
        </p:spPr>
        <p:txBody>
          <a:bodyPr/>
          <a:lstStyle/>
          <a:p>
            <a:r>
              <a:rPr lang="fr-FR" dirty="0"/>
              <a:t>Démo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D744B1-C76C-069A-E43A-8AC4B5F82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54696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A92600-3858-1DF6-4651-9286BDFE6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Bilan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6AD896B-77DF-A3A1-6138-0C375660B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grande partie de la carte fonctionne</a:t>
            </a:r>
          </a:p>
          <a:p>
            <a:r>
              <a:rPr lang="fr-FR" dirty="0"/>
              <a:t>Reste à faire version B pour MOD</a:t>
            </a:r>
          </a:p>
          <a:p>
            <a:r>
              <a:rPr lang="fr-FR" dirty="0"/>
              <a:t>Trouver solution pour l’écran</a:t>
            </a:r>
          </a:p>
        </p:txBody>
      </p:sp>
    </p:spTree>
    <p:extLst>
      <p:ext uri="{BB962C8B-B14F-4D97-AF65-F5344CB8AC3E}">
        <p14:creationId xmlns:p14="http://schemas.microsoft.com/office/powerpoint/2010/main" val="3266128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D537AE-A9A2-99A6-5308-529393F32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47E6F1-83B4-3769-9E9E-03B85409D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peu déçu pour l’écran</a:t>
            </a:r>
          </a:p>
          <a:p>
            <a:r>
              <a:rPr lang="fr-FR"/>
              <a:t>Oscilloscope  </a:t>
            </a:r>
            <a:endParaRPr lang="fr-FR" dirty="0"/>
          </a:p>
          <a:p>
            <a:r>
              <a:rPr lang="fr-FR" dirty="0"/>
              <a:t>Fière d’avoir quand même réussi a faire fonctionner une grande partie de la carte </a:t>
            </a:r>
          </a:p>
          <a:p>
            <a:r>
              <a:rPr lang="fr-FR" dirty="0"/>
              <a:t>Bon projet</a:t>
            </a:r>
          </a:p>
        </p:txBody>
      </p:sp>
    </p:spTree>
    <p:extLst>
      <p:ext uri="{BB962C8B-B14F-4D97-AF65-F5344CB8AC3E}">
        <p14:creationId xmlns:p14="http://schemas.microsoft.com/office/powerpoint/2010/main" val="5415730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847217-A1BF-4623-A5F5-1A0449D19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1760" y="1201316"/>
            <a:ext cx="7543800" cy="2161646"/>
          </a:xfrm>
        </p:spPr>
        <p:txBody>
          <a:bodyPr/>
          <a:lstStyle/>
          <a:p>
            <a:r>
              <a:rPr lang="fr-CH" dirty="0"/>
              <a:t>Questions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E3588CB5-276F-D40D-1CE8-8B6B3E7A4E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3617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&amp;M Modèle de présentation">
  <a:themeElements>
    <a:clrScheme name="Élémentair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ntiguïté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èle de présentation  -  Lecture seule" id="{17B0FDF4-D91F-4A38-B673-F171B8498182}" vid="{AE15DD06-3818-4156-AEE1-4AEF9096756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243413599C6F4CB4D59275715D131A" ma:contentTypeVersion="16" ma:contentTypeDescription="Crée un document." ma:contentTypeScope="" ma:versionID="518951156aef62d4234428b6d33a7ded">
  <xsd:schema xmlns:xsd="http://www.w3.org/2001/XMLSchema" xmlns:xs="http://www.w3.org/2001/XMLSchema" xmlns:p="http://schemas.microsoft.com/office/2006/metadata/properties" xmlns:ns2="a76a5b68-36f4-4075-8f08-11ccac514aef" xmlns:ns3="f32b6767-d1bc-45b2-b316-f8392d53e3b6" targetNamespace="http://schemas.microsoft.com/office/2006/metadata/properties" ma:root="true" ma:fieldsID="56f7eb540e350af687d6531e6f18f4f5" ns2:_="" ns3:_="">
    <xsd:import namespace="a76a5b68-36f4-4075-8f08-11ccac514aef"/>
    <xsd:import namespace="f32b6767-d1bc-45b2-b316-f8392d53e3b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6a5b68-36f4-4075-8f08-11ccac514ae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7f74742-f6bc-4a3e-ace8-df63df91eaaf}" ma:internalName="TaxCatchAll" ma:showField="CatchAllData" ma:web="a76a5b68-36f4-4075-8f08-11ccac514a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2b6767-d1bc-45b2-b316-f8392d53e3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5cfe7824-1d92-4d19-9a43-1c93e0eb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32b6767-d1bc-45b2-b316-f8392d53e3b6">
      <Terms xmlns="http://schemas.microsoft.com/office/infopath/2007/PartnerControls"/>
    </lcf76f155ced4ddcb4097134ff3c332f>
    <TaxCatchAll xmlns="a76a5b68-36f4-4075-8f08-11ccac514ae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034B1E-FCCE-4D59-9146-2A0386512C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6a5b68-36f4-4075-8f08-11ccac514aef"/>
    <ds:schemaRef ds:uri="f32b6767-d1bc-45b2-b316-f8392d53e3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3A41D7-47D6-4EF5-A51F-085F1622230C}">
  <ds:schemaRefs>
    <ds:schemaRef ds:uri="http://purl.org/dc/terms/"/>
    <ds:schemaRef ds:uri="http://purl.org/dc/elements/1.1/"/>
    <ds:schemaRef ds:uri="http://schemas.microsoft.com/office/2006/documentManagement/types"/>
    <ds:schemaRef ds:uri="f32b6767-d1bc-45b2-b316-f8392d53e3b6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a76a5b68-36f4-4075-8f08-11ccac514aef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BE2339-AB41-4A7E-9E21-300606242A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fin module 1</Template>
  <TotalTime>2416</TotalTime>
  <Words>544</Words>
  <Application>Microsoft Macintosh PowerPoint</Application>
  <PresentationFormat>Affichage à l'écran (16:10)</PresentationFormat>
  <Paragraphs>128</Paragraphs>
  <Slides>36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1" baseType="lpstr">
      <vt:lpstr>Arial</vt:lpstr>
      <vt:lpstr>Calibri</vt:lpstr>
      <vt:lpstr>ETML</vt:lpstr>
      <vt:lpstr>Wingdings</vt:lpstr>
      <vt:lpstr>T&amp;M Modèle de présentation</vt:lpstr>
      <vt:lpstr>2418-Démonstrateur graphiques</vt:lpstr>
      <vt:lpstr>Sommaire</vt:lpstr>
      <vt:lpstr>Rappel CDC</vt:lpstr>
      <vt:lpstr>Planification</vt:lpstr>
      <vt:lpstr>BOM</vt:lpstr>
      <vt:lpstr>Aspects techniques </vt:lpstr>
      <vt:lpstr>Conception</vt:lpstr>
      <vt:lpstr>Conception</vt:lpstr>
      <vt:lpstr>TPS et TPA</vt:lpstr>
      <vt:lpstr>Présentation PowerPoint</vt:lpstr>
      <vt:lpstr>Présentation PowerPoint</vt:lpstr>
      <vt:lpstr>Présentation PowerPoint</vt:lpstr>
      <vt:lpstr>Présentation PowerPoint</vt:lpstr>
      <vt:lpstr>Problèmes hardware</vt:lpstr>
      <vt:lpstr>Test</vt:lpstr>
      <vt:lpstr>Alimentation 5V</vt:lpstr>
      <vt:lpstr>Alimentation 3V3</vt:lpstr>
      <vt:lpstr>Configuration PIC32 (pin settings)</vt:lpstr>
      <vt:lpstr>Configuration PIC32 (clock)</vt:lpstr>
      <vt:lpstr>PIC32 lecture test</vt:lpstr>
      <vt:lpstr>Configuration SPI</vt:lpstr>
      <vt:lpstr>Problèmes rencontrés</vt:lpstr>
      <vt:lpstr>Test lecture registre REG_ID</vt:lpstr>
      <vt:lpstr>Test lecture registre REG_ID</vt:lpstr>
      <vt:lpstr>Test lecture registre CHIP_ID</vt:lpstr>
      <vt:lpstr>Init</vt:lpstr>
      <vt:lpstr>UART reveive</vt:lpstr>
      <vt:lpstr>UART transmit</vt:lpstr>
      <vt:lpstr>UART</vt:lpstr>
      <vt:lpstr>Haut-parleur</vt:lpstr>
      <vt:lpstr>Cercle Leds</vt:lpstr>
      <vt:lpstr>Timer 2 et OC2</vt:lpstr>
      <vt:lpstr>Démo</vt:lpstr>
      <vt:lpstr>Bilan</vt:lpstr>
      <vt:lpstr>Conclusion</vt:lpstr>
      <vt:lpstr>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 premier module</dc:title>
  <dc:subject/>
  <dc:creator>Etienne De Oliveira</dc:creator>
  <cp:keywords/>
  <dc:description/>
  <cp:lastModifiedBy>Etienne De Oliveira</cp:lastModifiedBy>
  <cp:revision>2</cp:revision>
  <dcterms:created xsi:type="dcterms:W3CDTF">2022-09-26T08:28:07Z</dcterms:created>
  <dcterms:modified xsi:type="dcterms:W3CDTF">2025-06-20T06:51:34Z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0x01010043243413599C6F4CB4D59275715D131A</vt:lpwstr>
  </property>
  <property fmtid="{D5CDD505-2E9C-101B-9397-08002B2CF9AE}" pid="3" name="MediaServiceImageTags">
    <vt:lpwstr/>
  </property>
</Properties>
</file>