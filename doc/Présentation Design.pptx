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64" r:id="rId4"/>
  </p:sldMasterIdLst>
  <p:notesMasterIdLst>
    <p:notesMasterId r:id="rId19"/>
  </p:notesMasterIdLst>
  <p:sldIdLst>
    <p:sldId id="256" r:id="rId5"/>
    <p:sldId id="257" r:id="rId6"/>
    <p:sldId id="262" r:id="rId7"/>
    <p:sldId id="258" r:id="rId8"/>
    <p:sldId id="259" r:id="rId9"/>
    <p:sldId id="270" r:id="rId10"/>
    <p:sldId id="271" r:id="rId11"/>
    <p:sldId id="272" r:id="rId12"/>
    <p:sldId id="275" r:id="rId13"/>
    <p:sldId id="273" r:id="rId14"/>
    <p:sldId id="274" r:id="rId15"/>
    <p:sldId id="276" r:id="rId16"/>
    <p:sldId id="265" r:id="rId17"/>
    <p:sldId id="263" r:id="rId18"/>
  </p:sldIdLst>
  <p:sldSz cx="9144000" cy="5715000" type="screen16x1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tion par défaut" id="{8AEFA23D-3A79-4F41-B3A4-D09C8F7FA73D}">
          <p14:sldIdLst>
            <p14:sldId id="256"/>
            <p14:sldId id="257"/>
            <p14:sldId id="262"/>
            <p14:sldId id="258"/>
            <p14:sldId id="259"/>
            <p14:sldId id="270"/>
            <p14:sldId id="271"/>
            <p14:sldId id="272"/>
            <p14:sldId id="275"/>
            <p14:sldId id="273"/>
            <p14:sldId id="274"/>
            <p14:sldId id="276"/>
            <p14:sldId id="265"/>
            <p14:sldId id="26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80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14D6E22-C85A-BB46-9EB3-FE45BCAD31F2}" v="19" dt="2025-01-31T09:16:41.17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580" autoAdjust="0"/>
    <p:restoredTop sz="84325" autoAdjust="0"/>
  </p:normalViewPr>
  <p:slideViewPr>
    <p:cSldViewPr>
      <p:cViewPr varScale="1">
        <p:scale>
          <a:sx n="154" d="100"/>
          <a:sy n="154" d="100"/>
        </p:scale>
        <p:origin x="1792" y="192"/>
      </p:cViewPr>
      <p:guideLst>
        <p:guide orient="horz" pos="180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tienne De Oliveira" userId="361cb836-5cdc-446f-a11f-94166f94595e" providerId="ADAL" clId="{614D6E22-C85A-BB46-9EB3-FE45BCAD31F2}"/>
    <pc:docChg chg="undo custSel addSld delSld modSld modSection">
      <pc:chgData name="Etienne De Oliveira" userId="361cb836-5cdc-446f-a11f-94166f94595e" providerId="ADAL" clId="{614D6E22-C85A-BB46-9EB3-FE45BCAD31F2}" dt="2025-01-31T09:37:15.865" v="527" actId="20577"/>
      <pc:docMkLst>
        <pc:docMk/>
      </pc:docMkLst>
      <pc:sldChg chg="modSp mod">
        <pc:chgData name="Etienne De Oliveira" userId="361cb836-5cdc-446f-a11f-94166f94595e" providerId="ADAL" clId="{614D6E22-C85A-BB46-9EB3-FE45BCAD31F2}" dt="2025-01-30T13:17:25.799" v="19" actId="20577"/>
        <pc:sldMkLst>
          <pc:docMk/>
          <pc:sldMk cId="338938032" sldId="256"/>
        </pc:sldMkLst>
        <pc:spChg chg="mod">
          <ac:chgData name="Etienne De Oliveira" userId="361cb836-5cdc-446f-a11f-94166f94595e" providerId="ADAL" clId="{614D6E22-C85A-BB46-9EB3-FE45BCAD31F2}" dt="2025-01-30T13:17:25.799" v="19" actId="20577"/>
          <ac:spMkLst>
            <pc:docMk/>
            <pc:sldMk cId="338938032" sldId="256"/>
            <ac:spMk id="4" creationId="{00000000-0000-0000-0000-000000000000}"/>
          </ac:spMkLst>
        </pc:spChg>
      </pc:sldChg>
      <pc:sldChg chg="modSp mod">
        <pc:chgData name="Etienne De Oliveira" userId="361cb836-5cdc-446f-a11f-94166f94595e" providerId="ADAL" clId="{614D6E22-C85A-BB46-9EB3-FE45BCAD31F2}" dt="2025-01-31T09:36:56.020" v="526" actId="20577"/>
        <pc:sldMkLst>
          <pc:docMk/>
          <pc:sldMk cId="1884078658" sldId="257"/>
        </pc:sldMkLst>
        <pc:spChg chg="mod">
          <ac:chgData name="Etienne De Oliveira" userId="361cb836-5cdc-446f-a11f-94166f94595e" providerId="ADAL" clId="{614D6E22-C85A-BB46-9EB3-FE45BCAD31F2}" dt="2025-01-31T09:36:56.020" v="526" actId="20577"/>
          <ac:spMkLst>
            <pc:docMk/>
            <pc:sldMk cId="1884078658" sldId="257"/>
            <ac:spMk id="3" creationId="{00000000-0000-0000-0000-000000000000}"/>
          </ac:spMkLst>
        </pc:spChg>
      </pc:sldChg>
      <pc:sldChg chg="addSp delSp modSp mod">
        <pc:chgData name="Etienne De Oliveira" userId="361cb836-5cdc-446f-a11f-94166f94595e" providerId="ADAL" clId="{614D6E22-C85A-BB46-9EB3-FE45BCAD31F2}" dt="2025-01-30T13:30:24.607" v="40" actId="14100"/>
        <pc:sldMkLst>
          <pc:docMk/>
          <pc:sldMk cId="1080584059" sldId="258"/>
        </pc:sldMkLst>
        <pc:picChg chg="add mod">
          <ac:chgData name="Etienne De Oliveira" userId="361cb836-5cdc-446f-a11f-94166f94595e" providerId="ADAL" clId="{614D6E22-C85A-BB46-9EB3-FE45BCAD31F2}" dt="2025-01-30T13:30:24.607" v="40" actId="14100"/>
          <ac:picMkLst>
            <pc:docMk/>
            <pc:sldMk cId="1080584059" sldId="258"/>
            <ac:picMk id="3" creationId="{47528665-6580-B886-D8ED-A8AD9024B3FD}"/>
          </ac:picMkLst>
        </pc:picChg>
        <pc:picChg chg="del">
          <ac:chgData name="Etienne De Oliveira" userId="361cb836-5cdc-446f-a11f-94166f94595e" providerId="ADAL" clId="{614D6E22-C85A-BB46-9EB3-FE45BCAD31F2}" dt="2025-01-30T13:29:45.420" v="37" actId="478"/>
          <ac:picMkLst>
            <pc:docMk/>
            <pc:sldMk cId="1080584059" sldId="258"/>
            <ac:picMk id="1025" creationId="{30C591EE-F2D7-4D87-A08F-151B2EEDD736}"/>
          </ac:picMkLst>
        </pc:picChg>
      </pc:sldChg>
      <pc:sldChg chg="addSp delSp modSp mod chgLayout modNotesTx">
        <pc:chgData name="Etienne De Oliveira" userId="361cb836-5cdc-446f-a11f-94166f94595e" providerId="ADAL" clId="{614D6E22-C85A-BB46-9EB3-FE45BCAD31F2}" dt="2025-01-31T09:37:15.865" v="527" actId="20577"/>
        <pc:sldMkLst>
          <pc:docMk/>
          <pc:sldMk cId="3139300647" sldId="259"/>
        </pc:sldMkLst>
        <pc:spChg chg="mod ord">
          <ac:chgData name="Etienne De Oliveira" userId="361cb836-5cdc-446f-a11f-94166f94595e" providerId="ADAL" clId="{614D6E22-C85A-BB46-9EB3-FE45BCAD31F2}" dt="2025-01-31T09:01:17.922" v="233" actId="20577"/>
          <ac:spMkLst>
            <pc:docMk/>
            <pc:sldMk cId="3139300647" sldId="259"/>
            <ac:spMk id="2" creationId="{96D68410-A703-A114-CD93-C80867CE57AC}"/>
          </ac:spMkLst>
        </pc:spChg>
        <pc:spChg chg="add del mod">
          <ac:chgData name="Etienne De Oliveira" userId="361cb836-5cdc-446f-a11f-94166f94595e" providerId="ADAL" clId="{614D6E22-C85A-BB46-9EB3-FE45BCAD31F2}" dt="2025-01-30T20:41:56.097" v="133"/>
          <ac:spMkLst>
            <pc:docMk/>
            <pc:sldMk cId="3139300647" sldId="259"/>
            <ac:spMk id="3" creationId="{B288935E-A0A0-66C1-D11E-5588C0E52D77}"/>
          </ac:spMkLst>
        </pc:spChg>
        <pc:spChg chg="add mod ord">
          <ac:chgData name="Etienne De Oliveira" userId="361cb836-5cdc-446f-a11f-94166f94595e" providerId="ADAL" clId="{614D6E22-C85A-BB46-9EB3-FE45BCAD31F2}" dt="2025-01-30T20:43:10.724" v="189" actId="20577"/>
          <ac:spMkLst>
            <pc:docMk/>
            <pc:sldMk cId="3139300647" sldId="259"/>
            <ac:spMk id="4" creationId="{8C17FD0E-C5E2-B8A0-9C03-CBB972BF56E2}"/>
          </ac:spMkLst>
        </pc:spChg>
        <pc:spChg chg="del mod">
          <ac:chgData name="Etienne De Oliveira" userId="361cb836-5cdc-446f-a11f-94166f94595e" providerId="ADAL" clId="{614D6E22-C85A-BB46-9EB3-FE45BCAD31F2}" dt="2025-01-30T13:31:19.655" v="57" actId="478"/>
          <ac:spMkLst>
            <pc:docMk/>
            <pc:sldMk cId="3139300647" sldId="259"/>
            <ac:spMk id="7" creationId="{A900B167-255E-D342-6EED-480598866F94}"/>
          </ac:spMkLst>
        </pc:spChg>
        <pc:spChg chg="del mod">
          <ac:chgData name="Etienne De Oliveira" userId="361cb836-5cdc-446f-a11f-94166f94595e" providerId="ADAL" clId="{614D6E22-C85A-BB46-9EB3-FE45BCAD31F2}" dt="2025-01-30T13:31:16.487" v="55" actId="478"/>
          <ac:spMkLst>
            <pc:docMk/>
            <pc:sldMk cId="3139300647" sldId="259"/>
            <ac:spMk id="9" creationId="{F4E036D4-C40B-C551-E3E8-BC965BEE32F9}"/>
          </ac:spMkLst>
        </pc:spChg>
        <pc:spChg chg="del mod">
          <ac:chgData name="Etienne De Oliveira" userId="361cb836-5cdc-446f-a11f-94166f94595e" providerId="ADAL" clId="{614D6E22-C85A-BB46-9EB3-FE45BCAD31F2}" dt="2025-01-30T13:31:09.025" v="51" actId="478"/>
          <ac:spMkLst>
            <pc:docMk/>
            <pc:sldMk cId="3139300647" sldId="259"/>
            <ac:spMk id="13" creationId="{F8B99160-BCD3-3CDA-5B85-F0908F3F9989}"/>
          </ac:spMkLst>
        </pc:spChg>
        <pc:spChg chg="del">
          <ac:chgData name="Etienne De Oliveira" userId="361cb836-5cdc-446f-a11f-94166f94595e" providerId="ADAL" clId="{614D6E22-C85A-BB46-9EB3-FE45BCAD31F2}" dt="2025-01-30T13:31:10.777" v="52" actId="478"/>
          <ac:spMkLst>
            <pc:docMk/>
            <pc:sldMk cId="3139300647" sldId="259"/>
            <ac:spMk id="15" creationId="{454443DF-DE92-3258-9E63-D29EAADB3C91}"/>
          </ac:spMkLst>
        </pc:spChg>
        <pc:spChg chg="del">
          <ac:chgData name="Etienne De Oliveira" userId="361cb836-5cdc-446f-a11f-94166f94595e" providerId="ADAL" clId="{614D6E22-C85A-BB46-9EB3-FE45BCAD31F2}" dt="2025-01-30T13:31:12.811" v="53" actId="478"/>
          <ac:spMkLst>
            <pc:docMk/>
            <pc:sldMk cId="3139300647" sldId="259"/>
            <ac:spMk id="17" creationId="{D9442E90-BDF1-832A-2F1F-97CD509017D9}"/>
          </ac:spMkLst>
        </pc:spChg>
        <pc:spChg chg="del">
          <ac:chgData name="Etienne De Oliveira" userId="361cb836-5cdc-446f-a11f-94166f94595e" providerId="ADAL" clId="{614D6E22-C85A-BB46-9EB3-FE45BCAD31F2}" dt="2025-01-30T13:30:56.647" v="44" actId="478"/>
          <ac:spMkLst>
            <pc:docMk/>
            <pc:sldMk cId="3139300647" sldId="259"/>
            <ac:spMk id="19" creationId="{024D7105-EAAB-3AD2-7BDF-02C743396079}"/>
          </ac:spMkLst>
        </pc:spChg>
        <pc:picChg chg="del">
          <ac:chgData name="Etienne De Oliveira" userId="361cb836-5cdc-446f-a11f-94166f94595e" providerId="ADAL" clId="{614D6E22-C85A-BB46-9EB3-FE45BCAD31F2}" dt="2025-01-30T13:30:58.293" v="45" actId="478"/>
          <ac:picMkLst>
            <pc:docMk/>
            <pc:sldMk cId="3139300647" sldId="259"/>
            <ac:picMk id="4" creationId="{B75992A1-F9CE-D559-1D19-86C1372DE1E0}"/>
          </ac:picMkLst>
        </pc:picChg>
        <pc:picChg chg="del">
          <ac:chgData name="Etienne De Oliveira" userId="361cb836-5cdc-446f-a11f-94166f94595e" providerId="ADAL" clId="{614D6E22-C85A-BB46-9EB3-FE45BCAD31F2}" dt="2025-01-30T13:31:00.430" v="46" actId="478"/>
          <ac:picMkLst>
            <pc:docMk/>
            <pc:sldMk cId="3139300647" sldId="259"/>
            <ac:picMk id="5" creationId="{C4E37AB5-3696-61C5-903D-0549DBDBA088}"/>
          </ac:picMkLst>
        </pc:picChg>
        <pc:picChg chg="del">
          <ac:chgData name="Etienne De Oliveira" userId="361cb836-5cdc-446f-a11f-94166f94595e" providerId="ADAL" clId="{614D6E22-C85A-BB46-9EB3-FE45BCAD31F2}" dt="2025-01-30T13:30:56.647" v="44" actId="478"/>
          <ac:picMkLst>
            <pc:docMk/>
            <pc:sldMk cId="3139300647" sldId="259"/>
            <ac:picMk id="10" creationId="{7F7D0C48-F977-7FAB-D7CC-19A7BC6155F8}"/>
          </ac:picMkLst>
        </pc:picChg>
        <pc:picChg chg="del">
          <ac:chgData name="Etienne De Oliveira" userId="361cb836-5cdc-446f-a11f-94166f94595e" providerId="ADAL" clId="{614D6E22-C85A-BB46-9EB3-FE45BCAD31F2}" dt="2025-01-30T13:31:04.271" v="49" actId="478"/>
          <ac:picMkLst>
            <pc:docMk/>
            <pc:sldMk cId="3139300647" sldId="259"/>
            <ac:picMk id="1028" creationId="{755EFA65-468E-112A-97FC-B0C0DABE68C9}"/>
          </ac:picMkLst>
        </pc:picChg>
        <pc:picChg chg="del">
          <ac:chgData name="Etienne De Oliveira" userId="361cb836-5cdc-446f-a11f-94166f94595e" providerId="ADAL" clId="{614D6E22-C85A-BB46-9EB3-FE45BCAD31F2}" dt="2025-01-30T13:31:01.803" v="47" actId="478"/>
          <ac:picMkLst>
            <pc:docMk/>
            <pc:sldMk cId="3139300647" sldId="259"/>
            <ac:picMk id="1030" creationId="{527D214D-9DAD-7FA9-93F4-49A47D5608FA}"/>
          </ac:picMkLst>
        </pc:picChg>
        <pc:picChg chg="del">
          <ac:chgData name="Etienne De Oliveira" userId="361cb836-5cdc-446f-a11f-94166f94595e" providerId="ADAL" clId="{614D6E22-C85A-BB46-9EB3-FE45BCAD31F2}" dt="2025-01-30T13:31:03.027" v="48" actId="478"/>
          <ac:picMkLst>
            <pc:docMk/>
            <pc:sldMk cId="3139300647" sldId="259"/>
            <ac:picMk id="1032" creationId="{5F8B2D94-7B03-57CB-5ED6-435C79D20356}"/>
          </ac:picMkLst>
        </pc:picChg>
      </pc:sldChg>
      <pc:sldChg chg="addSp delSp modSp mod">
        <pc:chgData name="Etienne De Oliveira" userId="361cb836-5cdc-446f-a11f-94166f94595e" providerId="ADAL" clId="{614D6E22-C85A-BB46-9EB3-FE45BCAD31F2}" dt="2025-01-30T20:41:46.684" v="130" actId="1076"/>
        <pc:sldMkLst>
          <pc:docMk/>
          <pc:sldMk cId="2907996921" sldId="262"/>
        </pc:sldMkLst>
        <pc:spChg chg="mod">
          <ac:chgData name="Etienne De Oliveira" userId="361cb836-5cdc-446f-a11f-94166f94595e" providerId="ADAL" clId="{614D6E22-C85A-BB46-9EB3-FE45BCAD31F2}" dt="2025-01-30T20:26:25.222" v="112" actId="20577"/>
          <ac:spMkLst>
            <pc:docMk/>
            <pc:sldMk cId="2907996921" sldId="262"/>
            <ac:spMk id="2" creationId="{F819AAD0-D93F-4807-C3BA-73C307326B18}"/>
          </ac:spMkLst>
        </pc:spChg>
        <pc:spChg chg="add del mod">
          <ac:chgData name="Etienne De Oliveira" userId="361cb836-5cdc-446f-a11f-94166f94595e" providerId="ADAL" clId="{614D6E22-C85A-BB46-9EB3-FE45BCAD31F2}" dt="2025-01-30T20:41:26.059" v="124"/>
          <ac:spMkLst>
            <pc:docMk/>
            <pc:sldMk cId="2907996921" sldId="262"/>
            <ac:spMk id="4" creationId="{EF6CB7DA-87CD-9A28-C7A1-1379D9CD513D}"/>
          </ac:spMkLst>
        </pc:spChg>
        <pc:picChg chg="del">
          <ac:chgData name="Etienne De Oliveira" userId="361cb836-5cdc-446f-a11f-94166f94595e" providerId="ADAL" clId="{614D6E22-C85A-BB46-9EB3-FE45BCAD31F2}" dt="2025-01-30T20:40:37.138" v="123" actId="478"/>
          <ac:picMkLst>
            <pc:docMk/>
            <pc:sldMk cId="2907996921" sldId="262"/>
            <ac:picMk id="6" creationId="{FE28D258-E383-2FE2-913F-D3606E3CEBC7}"/>
          </ac:picMkLst>
        </pc:picChg>
        <pc:picChg chg="add mod">
          <ac:chgData name="Etienne De Oliveira" userId="361cb836-5cdc-446f-a11f-94166f94595e" providerId="ADAL" clId="{614D6E22-C85A-BB46-9EB3-FE45BCAD31F2}" dt="2025-01-30T20:41:46.684" v="130" actId="1076"/>
          <ac:picMkLst>
            <pc:docMk/>
            <pc:sldMk cId="2907996921" sldId="262"/>
            <ac:picMk id="7" creationId="{DB967AE8-5C79-AFEC-61F4-01A35D4B666B}"/>
          </ac:picMkLst>
        </pc:picChg>
      </pc:sldChg>
      <pc:sldChg chg="modSp mod">
        <pc:chgData name="Etienne De Oliveira" userId="361cb836-5cdc-446f-a11f-94166f94595e" providerId="ADAL" clId="{614D6E22-C85A-BB46-9EB3-FE45BCAD31F2}" dt="2025-01-30T13:43:25.921" v="85" actId="20577"/>
        <pc:sldMkLst>
          <pc:docMk/>
          <pc:sldMk cId="326612822" sldId="265"/>
        </pc:sldMkLst>
        <pc:spChg chg="mod">
          <ac:chgData name="Etienne De Oliveira" userId="361cb836-5cdc-446f-a11f-94166f94595e" providerId="ADAL" clId="{614D6E22-C85A-BB46-9EB3-FE45BCAD31F2}" dt="2025-01-30T13:43:25.921" v="85" actId="20577"/>
          <ac:spMkLst>
            <pc:docMk/>
            <pc:sldMk cId="326612822" sldId="265"/>
            <ac:spMk id="4" creationId="{26AD896B-77DF-A3A1-6138-0C375660B63B}"/>
          </ac:spMkLst>
        </pc:spChg>
      </pc:sldChg>
      <pc:sldChg chg="del">
        <pc:chgData name="Etienne De Oliveira" userId="361cb836-5cdc-446f-a11f-94166f94595e" providerId="ADAL" clId="{614D6E22-C85A-BB46-9EB3-FE45BCAD31F2}" dt="2025-01-30T13:29:42.871" v="36" actId="2696"/>
        <pc:sldMkLst>
          <pc:docMk/>
          <pc:sldMk cId="1055931126" sldId="268"/>
        </pc:sldMkLst>
      </pc:sldChg>
      <pc:sldChg chg="del">
        <pc:chgData name="Etienne De Oliveira" userId="361cb836-5cdc-446f-a11f-94166f94595e" providerId="ADAL" clId="{614D6E22-C85A-BB46-9EB3-FE45BCAD31F2}" dt="2025-01-30T13:29:40.673" v="35" actId="2696"/>
        <pc:sldMkLst>
          <pc:docMk/>
          <pc:sldMk cId="1703575271" sldId="269"/>
        </pc:sldMkLst>
      </pc:sldChg>
      <pc:sldChg chg="addSp delSp modSp mod chgLayout">
        <pc:chgData name="Etienne De Oliveira" userId="361cb836-5cdc-446f-a11f-94166f94595e" providerId="ADAL" clId="{614D6E22-C85A-BB46-9EB3-FE45BCAD31F2}" dt="2025-01-30T20:46:29.870" v="211" actId="14100"/>
        <pc:sldMkLst>
          <pc:docMk/>
          <pc:sldMk cId="417768486" sldId="270"/>
        </pc:sldMkLst>
        <pc:spChg chg="add del mod ord">
          <ac:chgData name="Etienne De Oliveira" userId="361cb836-5cdc-446f-a11f-94166f94595e" providerId="ADAL" clId="{614D6E22-C85A-BB46-9EB3-FE45BCAD31F2}" dt="2025-01-30T20:44:57.526" v="194" actId="700"/>
          <ac:spMkLst>
            <pc:docMk/>
            <pc:sldMk cId="417768486" sldId="270"/>
            <ac:spMk id="4" creationId="{25DA0A1C-672B-740A-F435-4EF7DC51E552}"/>
          </ac:spMkLst>
        </pc:spChg>
        <pc:spChg chg="mod ord">
          <ac:chgData name="Etienne De Oliveira" userId="361cb836-5cdc-446f-a11f-94166f94595e" providerId="ADAL" clId="{614D6E22-C85A-BB46-9EB3-FE45BCAD31F2}" dt="2025-01-30T20:44:57.526" v="194" actId="700"/>
          <ac:spMkLst>
            <pc:docMk/>
            <pc:sldMk cId="417768486" sldId="270"/>
            <ac:spMk id="8" creationId="{0AA58380-3298-2104-D36F-C2BE0AFC3424}"/>
          </ac:spMkLst>
        </pc:spChg>
        <pc:graphicFrameChg chg="del">
          <ac:chgData name="Etienne De Oliveira" userId="361cb836-5cdc-446f-a11f-94166f94595e" providerId="ADAL" clId="{614D6E22-C85A-BB46-9EB3-FE45BCAD31F2}" dt="2025-01-30T13:32:22.207" v="58" actId="478"/>
          <ac:graphicFrameMkLst>
            <pc:docMk/>
            <pc:sldMk cId="417768486" sldId="270"/>
            <ac:graphicFrameMk id="4" creationId="{0C74B956-91B1-37AA-F66E-20F005BB0BA6}"/>
          </ac:graphicFrameMkLst>
        </pc:graphicFrameChg>
        <pc:picChg chg="add del mod">
          <ac:chgData name="Etienne De Oliveira" userId="361cb836-5cdc-446f-a11f-94166f94595e" providerId="ADAL" clId="{614D6E22-C85A-BB46-9EB3-FE45BCAD31F2}" dt="2025-01-30T20:44:32.215" v="190" actId="21"/>
          <ac:picMkLst>
            <pc:docMk/>
            <pc:sldMk cId="417768486" sldId="270"/>
            <ac:picMk id="2" creationId="{149E822D-D05A-BB85-8555-D4EC9AC49DC1}"/>
          </ac:picMkLst>
        </pc:picChg>
        <pc:picChg chg="add del mod">
          <ac:chgData name="Etienne De Oliveira" userId="361cb836-5cdc-446f-a11f-94166f94595e" providerId="ADAL" clId="{614D6E22-C85A-BB46-9EB3-FE45BCAD31F2}" dt="2025-01-30T20:46:29.870" v="211" actId="14100"/>
          <ac:picMkLst>
            <pc:docMk/>
            <pc:sldMk cId="417768486" sldId="270"/>
            <ac:picMk id="3" creationId="{6A532F37-27D5-636E-53FA-C85BE65C192E}"/>
          </ac:picMkLst>
        </pc:picChg>
        <pc:picChg chg="add mod">
          <ac:chgData name="Etienne De Oliveira" userId="361cb836-5cdc-446f-a11f-94166f94595e" providerId="ADAL" clId="{614D6E22-C85A-BB46-9EB3-FE45BCAD31F2}" dt="2025-01-30T20:46:20.237" v="206" actId="931"/>
          <ac:picMkLst>
            <pc:docMk/>
            <pc:sldMk cId="417768486" sldId="270"/>
            <ac:picMk id="6" creationId="{E3CB4EEE-F828-C4A5-CD0E-2FE1B6204F56}"/>
          </ac:picMkLst>
        </pc:picChg>
      </pc:sldChg>
      <pc:sldChg chg="addSp modSp new mod">
        <pc:chgData name="Etienne De Oliveira" userId="361cb836-5cdc-446f-a11f-94166f94595e" providerId="ADAL" clId="{614D6E22-C85A-BB46-9EB3-FE45BCAD31F2}" dt="2025-01-30T13:34:43.737" v="75" actId="1076"/>
        <pc:sldMkLst>
          <pc:docMk/>
          <pc:sldMk cId="2990409059" sldId="271"/>
        </pc:sldMkLst>
        <pc:picChg chg="add mod">
          <ac:chgData name="Etienne De Oliveira" userId="361cb836-5cdc-446f-a11f-94166f94595e" providerId="ADAL" clId="{614D6E22-C85A-BB46-9EB3-FE45BCAD31F2}" dt="2025-01-30T13:34:43.737" v="75" actId="1076"/>
          <ac:picMkLst>
            <pc:docMk/>
            <pc:sldMk cId="2990409059" sldId="271"/>
            <ac:picMk id="4" creationId="{2CB88B5C-6FE5-3CB9-5CF3-5E5D8C5101E9}"/>
          </ac:picMkLst>
        </pc:picChg>
      </pc:sldChg>
      <pc:sldChg chg="addSp modSp new mod">
        <pc:chgData name="Etienne De Oliveira" userId="361cb836-5cdc-446f-a11f-94166f94595e" providerId="ADAL" clId="{614D6E22-C85A-BB46-9EB3-FE45BCAD31F2}" dt="2025-01-30T13:35:25.631" v="78" actId="1076"/>
        <pc:sldMkLst>
          <pc:docMk/>
          <pc:sldMk cId="1949435807" sldId="272"/>
        </pc:sldMkLst>
        <pc:picChg chg="add mod">
          <ac:chgData name="Etienne De Oliveira" userId="361cb836-5cdc-446f-a11f-94166f94595e" providerId="ADAL" clId="{614D6E22-C85A-BB46-9EB3-FE45BCAD31F2}" dt="2025-01-30T13:35:25.631" v="78" actId="1076"/>
          <ac:picMkLst>
            <pc:docMk/>
            <pc:sldMk cId="1949435807" sldId="272"/>
            <ac:picMk id="4" creationId="{36135472-275A-DCEE-22D1-CFF1503A226E}"/>
          </ac:picMkLst>
        </pc:picChg>
      </pc:sldChg>
      <pc:sldChg chg="addSp modSp new mod">
        <pc:chgData name="Etienne De Oliveira" userId="361cb836-5cdc-446f-a11f-94166f94595e" providerId="ADAL" clId="{614D6E22-C85A-BB46-9EB3-FE45BCAD31F2}" dt="2025-01-30T13:35:38.022" v="81" actId="1076"/>
        <pc:sldMkLst>
          <pc:docMk/>
          <pc:sldMk cId="1644629197" sldId="273"/>
        </pc:sldMkLst>
        <pc:picChg chg="add mod">
          <ac:chgData name="Etienne De Oliveira" userId="361cb836-5cdc-446f-a11f-94166f94595e" providerId="ADAL" clId="{614D6E22-C85A-BB46-9EB3-FE45BCAD31F2}" dt="2025-01-30T13:35:38.022" v="81" actId="1076"/>
          <ac:picMkLst>
            <pc:docMk/>
            <pc:sldMk cId="1644629197" sldId="273"/>
            <ac:picMk id="4" creationId="{B6F1E12C-9558-FC92-6647-C0590D227A7A}"/>
          </ac:picMkLst>
        </pc:picChg>
      </pc:sldChg>
      <pc:sldChg chg="addSp modSp new mod">
        <pc:chgData name="Etienne De Oliveira" userId="361cb836-5cdc-446f-a11f-94166f94595e" providerId="ADAL" clId="{614D6E22-C85A-BB46-9EB3-FE45BCAD31F2}" dt="2025-01-30T13:35:51.295" v="84" actId="1076"/>
        <pc:sldMkLst>
          <pc:docMk/>
          <pc:sldMk cId="2279731488" sldId="274"/>
        </pc:sldMkLst>
        <pc:picChg chg="add mod">
          <ac:chgData name="Etienne De Oliveira" userId="361cb836-5cdc-446f-a11f-94166f94595e" providerId="ADAL" clId="{614D6E22-C85A-BB46-9EB3-FE45BCAD31F2}" dt="2025-01-30T13:35:51.295" v="84" actId="1076"/>
          <ac:picMkLst>
            <pc:docMk/>
            <pc:sldMk cId="2279731488" sldId="274"/>
            <ac:picMk id="4" creationId="{6C5A5134-A859-4A0A-D4F8-A83B33DF5F0C}"/>
          </ac:picMkLst>
        </pc:picChg>
      </pc:sldChg>
      <pc:sldChg chg="addSp delSp modSp new mod">
        <pc:chgData name="Etienne De Oliveira" userId="361cb836-5cdc-446f-a11f-94166f94595e" providerId="ADAL" clId="{614D6E22-C85A-BB46-9EB3-FE45BCAD31F2}" dt="2025-01-31T09:16:50.661" v="283" actId="1076"/>
        <pc:sldMkLst>
          <pc:docMk/>
          <pc:sldMk cId="4004316768" sldId="275"/>
        </pc:sldMkLst>
        <pc:spChg chg="mod">
          <ac:chgData name="Etienne De Oliveira" userId="361cb836-5cdc-446f-a11f-94166f94595e" providerId="ADAL" clId="{614D6E22-C85A-BB46-9EB3-FE45BCAD31F2}" dt="2025-01-31T09:12:49.220" v="280" actId="20577"/>
          <ac:spMkLst>
            <pc:docMk/>
            <pc:sldMk cId="4004316768" sldId="275"/>
            <ac:spMk id="2" creationId="{C6D7519C-8240-154C-0B4E-9733F4CA9634}"/>
          </ac:spMkLst>
        </pc:spChg>
        <pc:spChg chg="del">
          <ac:chgData name="Etienne De Oliveira" userId="361cb836-5cdc-446f-a11f-94166f94595e" providerId="ADAL" clId="{614D6E22-C85A-BB46-9EB3-FE45BCAD31F2}" dt="2025-01-31T09:16:41.179" v="281"/>
          <ac:spMkLst>
            <pc:docMk/>
            <pc:sldMk cId="4004316768" sldId="275"/>
            <ac:spMk id="3" creationId="{35F0EDD4-65F5-9094-005F-0FAFD6C668D4}"/>
          </ac:spMkLst>
        </pc:spChg>
        <pc:picChg chg="add mod">
          <ac:chgData name="Etienne De Oliveira" userId="361cb836-5cdc-446f-a11f-94166f94595e" providerId="ADAL" clId="{614D6E22-C85A-BB46-9EB3-FE45BCAD31F2}" dt="2025-01-31T09:16:50.661" v="283" actId="1076"/>
          <ac:picMkLst>
            <pc:docMk/>
            <pc:sldMk cId="4004316768" sldId="275"/>
            <ac:picMk id="4" creationId="{325C830F-5FD7-386E-7C73-F5C42D0DDF7A}"/>
          </ac:picMkLst>
        </pc:picChg>
      </pc:sldChg>
      <pc:sldChg chg="modSp new mod">
        <pc:chgData name="Etienne De Oliveira" userId="361cb836-5cdc-446f-a11f-94166f94595e" providerId="ADAL" clId="{614D6E22-C85A-BB46-9EB3-FE45BCAD31F2}" dt="2025-01-31T09:35:37.330" v="521" actId="20577"/>
        <pc:sldMkLst>
          <pc:docMk/>
          <pc:sldMk cId="4038827297" sldId="276"/>
        </pc:sldMkLst>
        <pc:spChg chg="mod">
          <ac:chgData name="Etienne De Oliveira" userId="361cb836-5cdc-446f-a11f-94166f94595e" providerId="ADAL" clId="{614D6E22-C85A-BB46-9EB3-FE45BCAD31F2}" dt="2025-01-31T09:17:48.633" v="287" actId="20577"/>
          <ac:spMkLst>
            <pc:docMk/>
            <pc:sldMk cId="4038827297" sldId="276"/>
            <ac:spMk id="2" creationId="{70A1E16E-0637-264D-CB38-DD011C0C8677}"/>
          </ac:spMkLst>
        </pc:spChg>
        <pc:spChg chg="mod">
          <ac:chgData name="Etienne De Oliveira" userId="361cb836-5cdc-446f-a11f-94166f94595e" providerId="ADAL" clId="{614D6E22-C85A-BB46-9EB3-FE45BCAD31F2}" dt="2025-01-31T09:35:37.330" v="521" actId="20577"/>
          <ac:spMkLst>
            <pc:docMk/>
            <pc:sldMk cId="4038827297" sldId="276"/>
            <ac:spMk id="3" creationId="{34AB43EF-D9E2-0534-7841-8E6F91F9B0DA}"/>
          </ac:spMkLst>
        </pc:spChg>
      </pc:sldChg>
    </pc:docChg>
  </pc:docChgLst>
  <pc:docChgLst>
    <pc:chgData name="Etienne De Oliveira" userId="361cb836-5cdc-446f-a11f-94166f94595e" providerId="ADAL" clId="{325EC866-8B24-41BD-A3A7-325DF465542F}"/>
    <pc:docChg chg="custSel modSld">
      <pc:chgData name="Etienne De Oliveira" userId="361cb836-5cdc-446f-a11f-94166f94595e" providerId="ADAL" clId="{325EC866-8B24-41BD-A3A7-325DF465542F}" dt="2022-09-28T19:06:44.023" v="300" actId="20577"/>
      <pc:docMkLst>
        <pc:docMk/>
      </pc:docMkLst>
      <pc:sldChg chg="modSp mod">
        <pc:chgData name="Etienne De Oliveira" userId="361cb836-5cdc-446f-a11f-94166f94595e" providerId="ADAL" clId="{325EC866-8B24-41BD-A3A7-325DF465542F}" dt="2022-09-28T19:06:14.380" v="258" actId="20577"/>
        <pc:sldMkLst>
          <pc:docMk/>
          <pc:sldMk cId="3906485143" sldId="260"/>
        </pc:sldMkLst>
      </pc:sldChg>
      <pc:sldChg chg="modSp mod">
        <pc:chgData name="Etienne De Oliveira" userId="361cb836-5cdc-446f-a11f-94166f94595e" providerId="ADAL" clId="{325EC866-8B24-41BD-A3A7-325DF465542F}" dt="2022-09-28T19:06:44.023" v="300" actId="20577"/>
        <pc:sldMkLst>
          <pc:docMk/>
          <pc:sldMk cId="154361783" sldId="263"/>
        </pc:sldMkLst>
      </pc:sldChg>
    </pc:docChg>
  </pc:docChgLst>
  <pc:docChgLst>
    <pc:chgData name="Etienne De Oliveira" userId="361cb836-5cdc-446f-a11f-94166f94595e" providerId="ADAL" clId="{22814A0D-A1E8-4843-A974-C2BBE5F9DC5D}"/>
    <pc:docChg chg="undo custSel delSld modSld modMainMaster">
      <pc:chgData name="Etienne De Oliveira" userId="361cb836-5cdc-446f-a11f-94166f94595e" providerId="ADAL" clId="{22814A0D-A1E8-4843-A974-C2BBE5F9DC5D}" dt="2024-12-13T07:22:09.613" v="295" actId="1076"/>
      <pc:docMkLst>
        <pc:docMk/>
      </pc:docMkLst>
      <pc:sldChg chg="delSp modSp mod">
        <pc:chgData name="Etienne De Oliveira" userId="361cb836-5cdc-446f-a11f-94166f94595e" providerId="ADAL" clId="{22814A0D-A1E8-4843-A974-C2BBE5F9DC5D}" dt="2024-12-11T11:51:22.927" v="80" actId="20577"/>
        <pc:sldMkLst>
          <pc:docMk/>
          <pc:sldMk cId="338938032" sldId="256"/>
        </pc:sldMkLst>
        <pc:spChg chg="mod">
          <ac:chgData name="Etienne De Oliveira" userId="361cb836-5cdc-446f-a11f-94166f94595e" providerId="ADAL" clId="{22814A0D-A1E8-4843-A974-C2BBE5F9DC5D}" dt="2024-12-11T11:50:41.768" v="72" actId="20577"/>
          <ac:spMkLst>
            <pc:docMk/>
            <pc:sldMk cId="338938032" sldId="256"/>
            <ac:spMk id="2" creationId="{00000000-0000-0000-0000-000000000000}"/>
          </ac:spMkLst>
        </pc:spChg>
        <pc:spChg chg="mod">
          <ac:chgData name="Etienne De Oliveira" userId="361cb836-5cdc-446f-a11f-94166f94595e" providerId="ADAL" clId="{22814A0D-A1E8-4843-A974-C2BBE5F9DC5D}" dt="2024-12-11T11:51:22.927" v="80" actId="20577"/>
          <ac:spMkLst>
            <pc:docMk/>
            <pc:sldMk cId="338938032" sldId="256"/>
            <ac:spMk id="4" creationId="{00000000-0000-0000-0000-000000000000}"/>
          </ac:spMkLst>
        </pc:spChg>
      </pc:sldChg>
      <pc:sldChg chg="modSp mod">
        <pc:chgData name="Etienne De Oliveira" userId="361cb836-5cdc-446f-a11f-94166f94595e" providerId="ADAL" clId="{22814A0D-A1E8-4843-A974-C2BBE5F9DC5D}" dt="2024-12-11T11:54:35.067" v="156" actId="27636"/>
        <pc:sldMkLst>
          <pc:docMk/>
          <pc:sldMk cId="1884078658" sldId="257"/>
        </pc:sldMkLst>
        <pc:spChg chg="mod">
          <ac:chgData name="Etienne De Oliveira" userId="361cb836-5cdc-446f-a11f-94166f94595e" providerId="ADAL" clId="{22814A0D-A1E8-4843-A974-C2BBE5F9DC5D}" dt="2024-12-11T11:54:35.067" v="156" actId="27636"/>
          <ac:spMkLst>
            <pc:docMk/>
            <pc:sldMk cId="1884078658" sldId="257"/>
            <ac:spMk id="3" creationId="{00000000-0000-0000-0000-000000000000}"/>
          </ac:spMkLst>
        </pc:spChg>
      </pc:sldChg>
      <pc:sldChg chg="addSp delSp modSp mod modNotesTx">
        <pc:chgData name="Etienne De Oliveira" userId="361cb836-5cdc-446f-a11f-94166f94595e" providerId="ADAL" clId="{22814A0D-A1E8-4843-A974-C2BBE5F9DC5D}" dt="2024-12-13T06:59:42.356" v="241" actId="1076"/>
        <pc:sldMkLst>
          <pc:docMk/>
          <pc:sldMk cId="1080584059" sldId="258"/>
        </pc:sldMkLst>
        <pc:spChg chg="mod">
          <ac:chgData name="Etienne De Oliveira" userId="361cb836-5cdc-446f-a11f-94166f94595e" providerId="ADAL" clId="{22814A0D-A1E8-4843-A974-C2BBE5F9DC5D}" dt="2024-12-11T11:56:16.994" v="206" actId="20577"/>
          <ac:spMkLst>
            <pc:docMk/>
            <pc:sldMk cId="1080584059" sldId="258"/>
            <ac:spMk id="2" creationId="{786DAA07-83BE-AEA1-A508-8D05EAF1ABCE}"/>
          </ac:spMkLst>
        </pc:spChg>
        <pc:spChg chg="add mod">
          <ac:chgData name="Etienne De Oliveira" userId="361cb836-5cdc-446f-a11f-94166f94595e" providerId="ADAL" clId="{22814A0D-A1E8-4843-A974-C2BBE5F9DC5D}" dt="2024-12-11T11:55:58.029" v="194" actId="478"/>
          <ac:spMkLst>
            <pc:docMk/>
            <pc:sldMk cId="1080584059" sldId="258"/>
            <ac:spMk id="5" creationId="{B28FA166-A7E9-4A59-98E9-5F1BF6824F74}"/>
          </ac:spMkLst>
        </pc:spChg>
      </pc:sldChg>
      <pc:sldChg chg="modSp mod modNotesTx">
        <pc:chgData name="Etienne De Oliveira" userId="361cb836-5cdc-446f-a11f-94166f94595e" providerId="ADAL" clId="{22814A0D-A1E8-4843-A974-C2BBE5F9DC5D}" dt="2024-12-11T11:56:35.609" v="224" actId="20577"/>
        <pc:sldMkLst>
          <pc:docMk/>
          <pc:sldMk cId="3139300647" sldId="259"/>
        </pc:sldMkLst>
        <pc:spChg chg="mod">
          <ac:chgData name="Etienne De Oliveira" userId="361cb836-5cdc-446f-a11f-94166f94595e" providerId="ADAL" clId="{22814A0D-A1E8-4843-A974-C2BBE5F9DC5D}" dt="2024-12-11T11:56:30.151" v="222" actId="20577"/>
          <ac:spMkLst>
            <pc:docMk/>
            <pc:sldMk cId="3139300647" sldId="259"/>
            <ac:spMk id="2" creationId="{96D68410-A703-A114-CD93-C80867CE57AC}"/>
          </ac:spMkLst>
        </pc:spChg>
      </pc:sldChg>
      <pc:sldChg chg="delSp modSp mod modNotesTx">
        <pc:chgData name="Etienne De Oliveira" userId="361cb836-5cdc-446f-a11f-94166f94595e" providerId="ADAL" clId="{22814A0D-A1E8-4843-A974-C2BBE5F9DC5D}" dt="2024-12-13T07:22:09.613" v="295" actId="1076"/>
        <pc:sldMkLst>
          <pc:docMk/>
          <pc:sldMk cId="2907996921" sldId="262"/>
        </pc:sldMkLst>
        <pc:spChg chg="mod">
          <ac:chgData name="Etienne De Oliveira" userId="361cb836-5cdc-446f-a11f-94166f94595e" providerId="ADAL" clId="{22814A0D-A1E8-4843-A974-C2BBE5F9DC5D}" dt="2024-12-11T11:54:57.021" v="176" actId="20577"/>
          <ac:spMkLst>
            <pc:docMk/>
            <pc:sldMk cId="2907996921" sldId="262"/>
            <ac:spMk id="2" creationId="{F819AAD0-D93F-4807-C3BA-73C307326B18}"/>
          </ac:spMkLst>
        </pc:spChg>
      </pc:sldChg>
      <pc:sldChg chg="modSp mod">
        <pc:chgData name="Etienne De Oliveira" userId="361cb836-5cdc-446f-a11f-94166f94595e" providerId="ADAL" clId="{22814A0D-A1E8-4843-A974-C2BBE5F9DC5D}" dt="2024-12-11T11:56:44.635" v="229" actId="20577"/>
        <pc:sldMkLst>
          <pc:docMk/>
          <pc:sldMk cId="326612822" sldId="265"/>
        </pc:sldMkLst>
        <pc:spChg chg="mod">
          <ac:chgData name="Etienne De Oliveira" userId="361cb836-5cdc-446f-a11f-94166f94595e" providerId="ADAL" clId="{22814A0D-A1E8-4843-A974-C2BBE5F9DC5D}" dt="2024-12-11T11:56:44.635" v="229" actId="20577"/>
          <ac:spMkLst>
            <pc:docMk/>
            <pc:sldMk cId="326612822" sldId="265"/>
            <ac:spMk id="2" creationId="{88A92600-3858-1DF6-4651-9286BDFE6852}"/>
          </ac:spMkLst>
        </pc:spChg>
      </pc:sldChg>
      <pc:sldChg chg="del">
        <pc:chgData name="Etienne De Oliveira" userId="361cb836-5cdc-446f-a11f-94166f94595e" providerId="ADAL" clId="{22814A0D-A1E8-4843-A974-C2BBE5F9DC5D}" dt="2024-12-11T11:56:50.959" v="230" actId="47"/>
        <pc:sldMkLst>
          <pc:docMk/>
          <pc:sldMk cId="3936942062" sldId="266"/>
        </pc:sldMkLst>
      </pc:sldChg>
      <pc:sldChg chg="modSp mod">
        <pc:chgData name="Etienne De Oliveira" userId="361cb836-5cdc-446f-a11f-94166f94595e" providerId="ADAL" clId="{22814A0D-A1E8-4843-A974-C2BBE5F9DC5D}" dt="2024-12-11T11:56:55.527" v="231" actId="20577"/>
        <pc:sldMkLst>
          <pc:docMk/>
          <pc:sldMk cId="592460231" sldId="267"/>
        </pc:sldMkLst>
      </pc:sldChg>
      <pc:sldChg chg="modSp mod modNotesTx">
        <pc:chgData name="Etienne De Oliveira" userId="361cb836-5cdc-446f-a11f-94166f94595e" providerId="ADAL" clId="{22814A0D-A1E8-4843-A974-C2BBE5F9DC5D}" dt="2024-12-11T11:55:54.507" v="192" actId="20577"/>
        <pc:sldMkLst>
          <pc:docMk/>
          <pc:sldMk cId="1055931126" sldId="268"/>
        </pc:sldMkLst>
      </pc:sldChg>
      <pc:sldChg chg="addSp delSp modSp mod">
        <pc:chgData name="Etienne De Oliveira" userId="361cb836-5cdc-446f-a11f-94166f94595e" providerId="ADAL" clId="{22814A0D-A1E8-4843-A974-C2BBE5F9DC5D}" dt="2024-12-13T07:04:33.623" v="293"/>
        <pc:sldMkLst>
          <pc:docMk/>
          <pc:sldMk cId="1703575271" sldId="269"/>
        </pc:sldMkLst>
      </pc:sldChg>
      <pc:sldChg chg="addSp delSp modSp mod">
        <pc:chgData name="Etienne De Oliveira" userId="361cb836-5cdc-446f-a11f-94166f94595e" providerId="ADAL" clId="{22814A0D-A1E8-4843-A974-C2BBE5F9DC5D}" dt="2024-12-13T07:02:32.241" v="276" actId="1076"/>
        <pc:sldMkLst>
          <pc:docMk/>
          <pc:sldMk cId="417768486" sldId="270"/>
        </pc:sldMkLst>
      </pc:sldChg>
      <pc:sldMasterChg chg="modSp mod">
        <pc:chgData name="Etienne De Oliveira" userId="361cb836-5cdc-446f-a11f-94166f94595e" providerId="ADAL" clId="{22814A0D-A1E8-4843-A974-C2BBE5F9DC5D}" dt="2024-12-11T11:49:26.024" v="11" actId="403"/>
        <pc:sldMasterMkLst>
          <pc:docMk/>
          <pc:sldMasterMk cId="0" sldId="2147483864"/>
        </pc:sldMasterMkLst>
        <pc:spChg chg="mod">
          <ac:chgData name="Etienne De Oliveira" userId="361cb836-5cdc-446f-a11f-94166f94595e" providerId="ADAL" clId="{22814A0D-A1E8-4843-A974-C2BBE5F9DC5D}" dt="2024-12-11T11:49:26.024" v="11" actId="403"/>
          <ac:spMkLst>
            <pc:docMk/>
            <pc:sldMasterMk cId="0" sldId="2147483864"/>
            <ac:spMk id="5" creationId="{00000000-0000-0000-0000-000000000000}"/>
          </ac:spMkLst>
        </pc:spChg>
      </pc:sldMasterChg>
    </pc:docChg>
  </pc:docChgLst>
  <pc:docChgLst>
    <pc:chgData name="Etienne De Oliveira" userId="361cb836-5cdc-446f-a11f-94166f94595e" providerId="ADAL" clId="{CA04C797-5B89-4DE3-8768-17FE95574D24}"/>
    <pc:docChg chg="undo custSel addSld modSld">
      <pc:chgData name="Etienne De Oliveira" userId="361cb836-5cdc-446f-a11f-94166f94595e" providerId="ADAL" clId="{CA04C797-5B89-4DE3-8768-17FE95574D24}" dt="2022-09-29T06:01:52.093" v="1301" actId="20577"/>
      <pc:docMkLst>
        <pc:docMk/>
      </pc:docMkLst>
      <pc:sldChg chg="modSp mod">
        <pc:chgData name="Etienne De Oliveira" userId="361cb836-5cdc-446f-a11f-94166f94595e" providerId="ADAL" clId="{CA04C797-5B89-4DE3-8768-17FE95574D24}" dt="2022-09-28T08:31:20.836" v="387" actId="20577"/>
        <pc:sldMkLst>
          <pc:docMk/>
          <pc:sldMk cId="338938032" sldId="256"/>
        </pc:sldMkLst>
      </pc:sldChg>
      <pc:sldChg chg="modSp mod">
        <pc:chgData name="Etienne De Oliveira" userId="361cb836-5cdc-446f-a11f-94166f94595e" providerId="ADAL" clId="{CA04C797-5B89-4DE3-8768-17FE95574D24}" dt="2022-09-29T05:59:12.306" v="1288" actId="20577"/>
        <pc:sldMkLst>
          <pc:docMk/>
          <pc:sldMk cId="1884078658" sldId="257"/>
        </pc:sldMkLst>
      </pc:sldChg>
      <pc:sldChg chg="addSp delSp modSp mod">
        <pc:chgData name="Etienne De Oliveira" userId="361cb836-5cdc-446f-a11f-94166f94595e" providerId="ADAL" clId="{CA04C797-5B89-4DE3-8768-17FE95574D24}" dt="2022-09-29T06:01:52.093" v="1301" actId="20577"/>
        <pc:sldMkLst>
          <pc:docMk/>
          <pc:sldMk cId="1080584059" sldId="258"/>
        </pc:sldMkLst>
      </pc:sldChg>
      <pc:sldChg chg="addSp delSp modSp mod">
        <pc:chgData name="Etienne De Oliveira" userId="361cb836-5cdc-446f-a11f-94166f94595e" providerId="ADAL" clId="{CA04C797-5B89-4DE3-8768-17FE95574D24}" dt="2022-09-28T12:41:21.474" v="900" actId="20577"/>
        <pc:sldMkLst>
          <pc:docMk/>
          <pc:sldMk cId="3139300647" sldId="259"/>
        </pc:sldMkLst>
      </pc:sldChg>
      <pc:sldChg chg="addSp delSp modSp mod">
        <pc:chgData name="Etienne De Oliveira" userId="361cb836-5cdc-446f-a11f-94166f94595e" providerId="ADAL" clId="{CA04C797-5B89-4DE3-8768-17FE95574D24}" dt="2022-09-28T13:17:30.039" v="1070" actId="1076"/>
        <pc:sldMkLst>
          <pc:docMk/>
          <pc:sldMk cId="17915849" sldId="261"/>
        </pc:sldMkLst>
      </pc:sldChg>
      <pc:sldChg chg="modSp mod">
        <pc:chgData name="Etienne De Oliveira" userId="361cb836-5cdc-446f-a11f-94166f94595e" providerId="ADAL" clId="{CA04C797-5B89-4DE3-8768-17FE95574D24}" dt="2022-09-28T13:34:36.025" v="1121" actId="20577"/>
        <pc:sldMkLst>
          <pc:docMk/>
          <pc:sldMk cId="2907996921" sldId="262"/>
        </pc:sldMkLst>
      </pc:sldChg>
      <pc:sldChg chg="modSp mod">
        <pc:chgData name="Etienne De Oliveira" userId="361cb836-5cdc-446f-a11f-94166f94595e" providerId="ADAL" clId="{CA04C797-5B89-4DE3-8768-17FE95574D24}" dt="2022-09-29T05:45:05.933" v="1229" actId="20577"/>
        <pc:sldMkLst>
          <pc:docMk/>
          <pc:sldMk cId="154361783" sldId="263"/>
        </pc:sldMkLst>
      </pc:sldChg>
      <pc:sldChg chg="modSp new mod">
        <pc:chgData name="Etienne De Oliveira" userId="361cb836-5cdc-446f-a11f-94166f94595e" providerId="ADAL" clId="{CA04C797-5B89-4DE3-8768-17FE95574D24}" dt="2022-09-29T05:47:51.977" v="1249" actId="20577"/>
        <pc:sldMkLst>
          <pc:docMk/>
          <pc:sldMk cId="1693984577" sldId="264"/>
        </pc:sldMkLst>
      </pc:sldChg>
      <pc:sldChg chg="addSp delSp modSp new mod">
        <pc:chgData name="Etienne De Oliveira" userId="361cb836-5cdc-446f-a11f-94166f94595e" providerId="ADAL" clId="{CA04C797-5B89-4DE3-8768-17FE95574D24}" dt="2022-09-28T11:23:59.343" v="645" actId="1076"/>
        <pc:sldMkLst>
          <pc:docMk/>
          <pc:sldMk cId="326612822" sldId="265"/>
        </pc:sldMkLst>
      </pc:sldChg>
      <pc:sldChg chg="addSp delSp modSp new mod">
        <pc:chgData name="Etienne De Oliveira" userId="361cb836-5cdc-446f-a11f-94166f94595e" providerId="ADAL" clId="{CA04C797-5B89-4DE3-8768-17FE95574D24}" dt="2022-09-28T11:11:23.841" v="641" actId="1076"/>
        <pc:sldMkLst>
          <pc:docMk/>
          <pc:sldMk cId="3936942062" sldId="266"/>
        </pc:sldMkLst>
      </pc:sldChg>
    </pc:docChg>
  </pc:docChgLst>
  <pc:docChgLst>
    <pc:chgData name="Etienne De Oliveira" userId="361cb836-5cdc-446f-a11f-94166f94595e" providerId="ADAL" clId="{977DA2D0-5B25-E54E-8ADC-6367144DF1D0}"/>
    <pc:docChg chg="custSel addSld delSld modSld">
      <pc:chgData name="Etienne De Oliveira" userId="361cb836-5cdc-446f-a11f-94166f94595e" providerId="ADAL" clId="{977DA2D0-5B25-E54E-8ADC-6367144DF1D0}" dt="2024-05-30T16:20:12.486" v="270" actId="20577"/>
      <pc:docMkLst>
        <pc:docMk/>
      </pc:docMkLst>
      <pc:sldChg chg="modSp mod">
        <pc:chgData name="Etienne De Oliveira" userId="361cb836-5cdc-446f-a11f-94166f94595e" providerId="ADAL" clId="{977DA2D0-5B25-E54E-8ADC-6367144DF1D0}" dt="2024-05-30T16:20:04.271" v="262" actId="20577"/>
        <pc:sldMkLst>
          <pc:docMk/>
          <pc:sldMk cId="1884078658" sldId="257"/>
        </pc:sldMkLst>
      </pc:sldChg>
      <pc:sldChg chg="delSp modSp mod">
        <pc:chgData name="Etienne De Oliveira" userId="361cb836-5cdc-446f-a11f-94166f94595e" providerId="ADAL" clId="{977DA2D0-5B25-E54E-8ADC-6367144DF1D0}" dt="2024-05-30T16:17:30.297" v="172" actId="6549"/>
        <pc:sldMkLst>
          <pc:docMk/>
          <pc:sldMk cId="1080584059" sldId="258"/>
        </pc:sldMkLst>
      </pc:sldChg>
      <pc:sldChg chg="modSp mod">
        <pc:chgData name="Etienne De Oliveira" userId="361cb836-5cdc-446f-a11f-94166f94595e" providerId="ADAL" clId="{977DA2D0-5B25-E54E-8ADC-6367144DF1D0}" dt="2024-05-30T16:18:03.316" v="195" actId="20577"/>
        <pc:sldMkLst>
          <pc:docMk/>
          <pc:sldMk cId="3139300647" sldId="259"/>
        </pc:sldMkLst>
      </pc:sldChg>
      <pc:sldChg chg="del">
        <pc:chgData name="Etienne De Oliveira" userId="361cb836-5cdc-446f-a11f-94166f94595e" providerId="ADAL" clId="{977DA2D0-5B25-E54E-8ADC-6367144DF1D0}" dt="2024-05-30T16:18:43.774" v="229" actId="2696"/>
        <pc:sldMkLst>
          <pc:docMk/>
          <pc:sldMk cId="3906485143" sldId="260"/>
        </pc:sldMkLst>
      </pc:sldChg>
      <pc:sldChg chg="delSp modSp mod">
        <pc:chgData name="Etienne De Oliveira" userId="361cb836-5cdc-446f-a11f-94166f94595e" providerId="ADAL" clId="{977DA2D0-5B25-E54E-8ADC-6367144DF1D0}" dt="2024-05-30T16:18:55.107" v="241" actId="6549"/>
        <pc:sldMkLst>
          <pc:docMk/>
          <pc:sldMk cId="17915849" sldId="261"/>
        </pc:sldMkLst>
      </pc:sldChg>
      <pc:sldChg chg="modSp mod">
        <pc:chgData name="Etienne De Oliveira" userId="361cb836-5cdc-446f-a11f-94166f94595e" providerId="ADAL" clId="{977DA2D0-5B25-E54E-8ADC-6367144DF1D0}" dt="2024-05-30T16:11:45.410" v="74" actId="20577"/>
        <pc:sldMkLst>
          <pc:docMk/>
          <pc:sldMk cId="2907996921" sldId="262"/>
        </pc:sldMkLst>
      </pc:sldChg>
      <pc:sldChg chg="modSp mod">
        <pc:chgData name="Etienne De Oliveira" userId="361cb836-5cdc-446f-a11f-94166f94595e" providerId="ADAL" clId="{977DA2D0-5B25-E54E-8ADC-6367144DF1D0}" dt="2024-05-30T16:19:06.540" v="253" actId="20577"/>
        <pc:sldMkLst>
          <pc:docMk/>
          <pc:sldMk cId="154361783" sldId="263"/>
        </pc:sldMkLst>
      </pc:sldChg>
      <pc:sldChg chg="del">
        <pc:chgData name="Etienne De Oliveira" userId="361cb836-5cdc-446f-a11f-94166f94595e" providerId="ADAL" clId="{977DA2D0-5B25-E54E-8ADC-6367144DF1D0}" dt="2024-05-30T16:18:41.841" v="228" actId="2696"/>
        <pc:sldMkLst>
          <pc:docMk/>
          <pc:sldMk cId="1693984577" sldId="264"/>
        </pc:sldMkLst>
      </pc:sldChg>
      <pc:sldChg chg="addSp delSp modSp mod">
        <pc:chgData name="Etienne De Oliveira" userId="361cb836-5cdc-446f-a11f-94166f94595e" providerId="ADAL" clId="{977DA2D0-5B25-E54E-8ADC-6367144DF1D0}" dt="2024-05-30T16:18:29.230" v="227" actId="20577"/>
        <pc:sldMkLst>
          <pc:docMk/>
          <pc:sldMk cId="326612822" sldId="265"/>
        </pc:sldMkLst>
      </pc:sldChg>
      <pc:sldChg chg="addSp delSp modSp mod">
        <pc:chgData name="Etienne De Oliveira" userId="361cb836-5cdc-446f-a11f-94166f94595e" providerId="ADAL" clId="{977DA2D0-5B25-E54E-8ADC-6367144DF1D0}" dt="2024-05-30T16:18:17.861" v="209" actId="20577"/>
        <pc:sldMkLst>
          <pc:docMk/>
          <pc:sldMk cId="3936942062" sldId="266"/>
        </pc:sldMkLst>
      </pc:sldChg>
      <pc:sldChg chg="modSp new mod">
        <pc:chgData name="Etienne De Oliveira" userId="361cb836-5cdc-446f-a11f-94166f94595e" providerId="ADAL" clId="{977DA2D0-5B25-E54E-8ADC-6367144DF1D0}" dt="2024-05-30T16:20:12.486" v="270" actId="20577"/>
        <pc:sldMkLst>
          <pc:docMk/>
          <pc:sldMk cId="592460231" sldId="267"/>
        </pc:sldMkLst>
      </pc:sldChg>
    </pc:docChg>
  </pc:docChgLst>
  <pc:docChgLst>
    <pc:chgData name="Etienne De Oliveira" userId="361cb836-5cdc-446f-a11f-94166f94595e" providerId="ADAL" clId="{C4A3CE01-8B1E-4BFB-9435-321767F94326}"/>
    <pc:docChg chg="custSel modSld modMainMaster">
      <pc:chgData name="Etienne De Oliveira" userId="361cb836-5cdc-446f-a11f-94166f94595e" providerId="ADAL" clId="{C4A3CE01-8B1E-4BFB-9435-321767F94326}" dt="2024-05-06T06:28:40.447" v="47" actId="20577"/>
      <pc:docMkLst>
        <pc:docMk/>
      </pc:docMkLst>
      <pc:sldChg chg="modSp mod">
        <pc:chgData name="Etienne De Oliveira" userId="361cb836-5cdc-446f-a11f-94166f94595e" providerId="ADAL" clId="{C4A3CE01-8B1E-4BFB-9435-321767F94326}" dt="2024-05-06T06:28:40.447" v="47" actId="20577"/>
        <pc:sldMkLst>
          <pc:docMk/>
          <pc:sldMk cId="338938032" sldId="256"/>
        </pc:sldMkLst>
      </pc:sldChg>
      <pc:sldMasterChg chg="modSp mod">
        <pc:chgData name="Etienne De Oliveira" userId="361cb836-5cdc-446f-a11f-94166f94595e" providerId="ADAL" clId="{C4A3CE01-8B1E-4BFB-9435-321767F94326}" dt="2024-04-29T07:03:04.569" v="43" actId="20577"/>
        <pc:sldMasterMkLst>
          <pc:docMk/>
          <pc:sldMasterMk cId="0" sldId="2147483864"/>
        </pc:sldMasterMkLst>
      </pc:sldMasterChg>
    </pc:docChg>
  </pc:docChgLst>
  <pc:docChgLst>
    <pc:chgData name="Etienne De Oliveira" userId="361cb836-5cdc-446f-a11f-94166f94595e" providerId="ADAL" clId="{6D7853A1-C369-644F-8354-CF1AD0590C49}"/>
    <pc:docChg chg="undo custSel addSld delSld modSld sldOrd modMainMaster addSection delSection modSection modNotesMaster">
      <pc:chgData name="Etienne De Oliveira" userId="361cb836-5cdc-446f-a11f-94166f94595e" providerId="ADAL" clId="{6D7853A1-C369-644F-8354-CF1AD0590C49}" dt="2024-12-13T12:47:18.083" v="643" actId="20577"/>
      <pc:docMkLst>
        <pc:docMk/>
      </pc:docMkLst>
      <pc:sldChg chg="modSp">
        <pc:chgData name="Etienne De Oliveira" userId="361cb836-5cdc-446f-a11f-94166f94595e" providerId="ADAL" clId="{6D7853A1-C369-644F-8354-CF1AD0590C49}" dt="2024-12-12T18:04:39.153" v="21"/>
        <pc:sldMkLst>
          <pc:docMk/>
          <pc:sldMk cId="338938032" sldId="256"/>
        </pc:sldMkLst>
        <pc:spChg chg="mod">
          <ac:chgData name="Etienne De Oliveira" userId="361cb836-5cdc-446f-a11f-94166f94595e" providerId="ADAL" clId="{6D7853A1-C369-644F-8354-CF1AD0590C49}" dt="2024-12-12T18:04:39.153" v="21"/>
          <ac:spMkLst>
            <pc:docMk/>
            <pc:sldMk cId="338938032" sldId="256"/>
            <ac:spMk id="4" creationId="{00000000-0000-0000-0000-000000000000}"/>
          </ac:spMkLst>
        </pc:spChg>
      </pc:sldChg>
      <pc:sldChg chg="modSp mod">
        <pc:chgData name="Etienne De Oliveira" userId="361cb836-5cdc-446f-a11f-94166f94595e" providerId="ADAL" clId="{6D7853A1-C369-644F-8354-CF1AD0590C49}" dt="2024-12-13T12:47:18.083" v="643" actId="20577"/>
        <pc:sldMkLst>
          <pc:docMk/>
          <pc:sldMk cId="1884078658" sldId="257"/>
        </pc:sldMkLst>
        <pc:spChg chg="mod">
          <ac:chgData name="Etienne De Oliveira" userId="361cb836-5cdc-446f-a11f-94166f94595e" providerId="ADAL" clId="{6D7853A1-C369-644F-8354-CF1AD0590C49}" dt="2024-12-13T12:47:18.083" v="643" actId="20577"/>
          <ac:spMkLst>
            <pc:docMk/>
            <pc:sldMk cId="1884078658" sldId="257"/>
            <ac:spMk id="3" creationId="{00000000-0000-0000-0000-000000000000}"/>
          </ac:spMkLst>
        </pc:spChg>
      </pc:sldChg>
      <pc:sldChg chg="addSp modSp mod modNotes">
        <pc:chgData name="Etienne De Oliveira" userId="361cb836-5cdc-446f-a11f-94166f94595e" providerId="ADAL" clId="{6D7853A1-C369-644F-8354-CF1AD0590C49}" dt="2024-12-12T20:01:47.734" v="52" actId="1076"/>
        <pc:sldMkLst>
          <pc:docMk/>
          <pc:sldMk cId="1080584059" sldId="258"/>
        </pc:sldMkLst>
      </pc:sldChg>
      <pc:sldChg chg="addSp delSp modSp mod modNotes modNotesTx">
        <pc:chgData name="Etienne De Oliveira" userId="361cb836-5cdc-446f-a11f-94166f94595e" providerId="ADAL" clId="{6D7853A1-C369-644F-8354-CF1AD0590C49}" dt="2024-12-13T08:21:04.141" v="495" actId="20577"/>
        <pc:sldMkLst>
          <pc:docMk/>
          <pc:sldMk cId="3139300647" sldId="259"/>
        </pc:sldMkLst>
      </pc:sldChg>
      <pc:sldChg chg="del">
        <pc:chgData name="Etienne De Oliveira" userId="361cb836-5cdc-446f-a11f-94166f94595e" providerId="ADAL" clId="{6D7853A1-C369-644F-8354-CF1AD0590C49}" dt="2024-12-12T21:32:38.691" v="302" actId="2696"/>
        <pc:sldMkLst>
          <pc:docMk/>
          <pc:sldMk cId="17915849" sldId="261"/>
        </pc:sldMkLst>
      </pc:sldChg>
      <pc:sldChg chg="addSp delSp modSp mod modNotes">
        <pc:chgData name="Etienne De Oliveira" userId="361cb836-5cdc-446f-a11f-94166f94595e" providerId="ADAL" clId="{6D7853A1-C369-644F-8354-CF1AD0590C49}" dt="2024-12-12T18:13:23.438" v="44" actId="1076"/>
        <pc:sldMkLst>
          <pc:docMk/>
          <pc:sldMk cId="2907996921" sldId="262"/>
        </pc:sldMkLst>
      </pc:sldChg>
      <pc:sldChg chg="addSp delSp modSp mod modClrScheme chgLayout">
        <pc:chgData name="Etienne De Oliveira" userId="361cb836-5cdc-446f-a11f-94166f94595e" providerId="ADAL" clId="{6D7853A1-C369-644F-8354-CF1AD0590C49}" dt="2024-12-12T21:33:00.447" v="305" actId="1076"/>
        <pc:sldMkLst>
          <pc:docMk/>
          <pc:sldMk cId="154361783" sldId="263"/>
        </pc:sldMkLst>
        <pc:spChg chg="mod ord">
          <ac:chgData name="Etienne De Oliveira" userId="361cb836-5cdc-446f-a11f-94166f94595e" providerId="ADAL" clId="{6D7853A1-C369-644F-8354-CF1AD0590C49}" dt="2024-12-12T21:33:00.447" v="305" actId="1076"/>
          <ac:spMkLst>
            <pc:docMk/>
            <pc:sldMk cId="154361783" sldId="263"/>
            <ac:spMk id="2" creationId="{B2847217-A1BF-4623-A5F5-1A0449D195EB}"/>
          </ac:spMkLst>
        </pc:spChg>
        <pc:spChg chg="add mod ord">
          <ac:chgData name="Etienne De Oliveira" userId="361cb836-5cdc-446f-a11f-94166f94595e" providerId="ADAL" clId="{6D7853A1-C369-644F-8354-CF1AD0590C49}" dt="2024-12-12T21:32:50.563" v="304" actId="700"/>
          <ac:spMkLst>
            <pc:docMk/>
            <pc:sldMk cId="154361783" sldId="263"/>
            <ac:spMk id="4" creationId="{E3588CB5-276F-D40D-1CE8-8B6B3E7A4EE6}"/>
          </ac:spMkLst>
        </pc:spChg>
      </pc:sldChg>
      <pc:sldChg chg="modSp mod">
        <pc:chgData name="Etienne De Oliveira" userId="361cb836-5cdc-446f-a11f-94166f94595e" providerId="ADAL" clId="{6D7853A1-C369-644F-8354-CF1AD0590C49}" dt="2024-12-13T09:03:08.499" v="628" actId="20577"/>
        <pc:sldMkLst>
          <pc:docMk/>
          <pc:sldMk cId="326612822" sldId="265"/>
        </pc:sldMkLst>
        <pc:spChg chg="mod">
          <ac:chgData name="Etienne De Oliveira" userId="361cb836-5cdc-446f-a11f-94166f94595e" providerId="ADAL" clId="{6D7853A1-C369-644F-8354-CF1AD0590C49}" dt="2024-12-13T09:03:08.499" v="628" actId="20577"/>
          <ac:spMkLst>
            <pc:docMk/>
            <pc:sldMk cId="326612822" sldId="265"/>
            <ac:spMk id="4" creationId="{26AD896B-77DF-A3A1-6138-0C375660B63B}"/>
          </ac:spMkLst>
        </pc:spChg>
      </pc:sldChg>
      <pc:sldChg chg="del">
        <pc:chgData name="Etienne De Oliveira" userId="361cb836-5cdc-446f-a11f-94166f94595e" providerId="ADAL" clId="{6D7853A1-C369-644F-8354-CF1AD0590C49}" dt="2024-12-12T21:32:41.078" v="303" actId="2696"/>
        <pc:sldMkLst>
          <pc:docMk/>
          <pc:sldMk cId="592460231" sldId="267"/>
        </pc:sldMkLst>
      </pc:sldChg>
      <pc:sldChg chg="modSp mod modNotes">
        <pc:chgData name="Etienne De Oliveira" userId="361cb836-5cdc-446f-a11f-94166f94595e" providerId="ADAL" clId="{6D7853A1-C369-644F-8354-CF1AD0590C49}" dt="2024-12-13T08:31:55.080" v="620" actId="5793"/>
        <pc:sldMkLst>
          <pc:docMk/>
          <pc:sldMk cId="1055931126" sldId="268"/>
        </pc:sldMkLst>
      </pc:sldChg>
      <pc:sldChg chg="addSp delSp modSp new mod">
        <pc:chgData name="Etienne De Oliveira" userId="361cb836-5cdc-446f-a11f-94166f94595e" providerId="ADAL" clId="{6D7853A1-C369-644F-8354-CF1AD0590C49}" dt="2024-12-12T21:00:55.298" v="169" actId="1076"/>
        <pc:sldMkLst>
          <pc:docMk/>
          <pc:sldMk cId="1703575271" sldId="269"/>
        </pc:sldMkLst>
      </pc:sldChg>
      <pc:sldChg chg="addSp delSp modSp new mod chgLayout">
        <pc:chgData name="Etienne De Oliveira" userId="361cb836-5cdc-446f-a11f-94166f94595e" providerId="ADAL" clId="{6D7853A1-C369-644F-8354-CF1AD0590C49}" dt="2024-12-13T08:27:01.578" v="564" actId="20577"/>
        <pc:sldMkLst>
          <pc:docMk/>
          <pc:sldMk cId="417768486" sldId="270"/>
        </pc:sldMkLst>
        <pc:spChg chg="add mod ord">
          <ac:chgData name="Etienne De Oliveira" userId="361cb836-5cdc-446f-a11f-94166f94595e" providerId="ADAL" clId="{6D7853A1-C369-644F-8354-CF1AD0590C49}" dt="2024-12-13T08:27:01.578" v="564" actId="20577"/>
          <ac:spMkLst>
            <pc:docMk/>
            <pc:sldMk cId="417768486" sldId="270"/>
            <ac:spMk id="8" creationId="{0AA58380-3298-2104-D36F-C2BE0AFC3424}"/>
          </ac:spMkLst>
        </pc:spChg>
      </pc:sldChg>
      <pc:sldChg chg="new del">
        <pc:chgData name="Etienne De Oliveira" userId="361cb836-5cdc-446f-a11f-94166f94595e" providerId="ADAL" clId="{6D7853A1-C369-644F-8354-CF1AD0590C49}" dt="2024-12-13T12:46:56.456" v="630" actId="680"/>
        <pc:sldMkLst>
          <pc:docMk/>
          <pc:sldMk cId="1544463268" sldId="271"/>
        </pc:sldMkLst>
      </pc:sldChg>
      <pc:sldChg chg="modSp new del mod">
        <pc:chgData name="Etienne De Oliveira" userId="361cb836-5cdc-446f-a11f-94166f94595e" providerId="ADAL" clId="{6D7853A1-C369-644F-8354-CF1AD0590C49}" dt="2024-12-13T08:26:55.085" v="563" actId="2696"/>
        <pc:sldMkLst>
          <pc:docMk/>
          <pc:sldMk cId="4186353014" sldId="271"/>
        </pc:sldMkLst>
      </pc:sldChg>
      <pc:sldMasterChg chg="modSp modSldLayout">
        <pc:chgData name="Etienne De Oliveira" userId="361cb836-5cdc-446f-a11f-94166f94595e" providerId="ADAL" clId="{6D7853A1-C369-644F-8354-CF1AD0590C49}" dt="2024-12-12T18:04:39.153" v="21"/>
        <pc:sldMasterMkLst>
          <pc:docMk/>
          <pc:sldMasterMk cId="0" sldId="2147483864"/>
        </pc:sldMasterMkLst>
        <pc:spChg chg="mod">
          <ac:chgData name="Etienne De Oliveira" userId="361cb836-5cdc-446f-a11f-94166f94595e" providerId="ADAL" clId="{6D7853A1-C369-644F-8354-CF1AD0590C49}" dt="2024-12-12T18:04:39.153" v="21"/>
          <ac:spMkLst>
            <pc:docMk/>
            <pc:sldMasterMk cId="0" sldId="2147483864"/>
            <ac:spMk id="2" creationId="{00000000-0000-0000-0000-000000000000}"/>
          </ac:spMkLst>
        </pc:spChg>
        <pc:spChg chg="mod">
          <ac:chgData name="Etienne De Oliveira" userId="361cb836-5cdc-446f-a11f-94166f94595e" providerId="ADAL" clId="{6D7853A1-C369-644F-8354-CF1AD0590C49}" dt="2024-12-12T18:04:39.153" v="21"/>
          <ac:spMkLst>
            <pc:docMk/>
            <pc:sldMasterMk cId="0" sldId="2147483864"/>
            <ac:spMk id="3" creationId="{00000000-0000-0000-0000-000000000000}"/>
          </ac:spMkLst>
        </pc:spChg>
        <pc:spChg chg="mod">
          <ac:chgData name="Etienne De Oliveira" userId="361cb836-5cdc-446f-a11f-94166f94595e" providerId="ADAL" clId="{6D7853A1-C369-644F-8354-CF1AD0590C49}" dt="2024-12-12T18:04:39.153" v="21"/>
          <ac:spMkLst>
            <pc:docMk/>
            <pc:sldMasterMk cId="0" sldId="2147483864"/>
            <ac:spMk id="4" creationId="{00000000-0000-0000-0000-000000000000}"/>
          </ac:spMkLst>
        </pc:spChg>
        <pc:spChg chg="mod">
          <ac:chgData name="Etienne De Oliveira" userId="361cb836-5cdc-446f-a11f-94166f94595e" providerId="ADAL" clId="{6D7853A1-C369-644F-8354-CF1AD0590C49}" dt="2024-12-12T18:04:39.153" v="21"/>
          <ac:spMkLst>
            <pc:docMk/>
            <pc:sldMasterMk cId="0" sldId="2147483864"/>
            <ac:spMk id="5" creationId="{00000000-0000-0000-0000-000000000000}"/>
          </ac:spMkLst>
        </pc:spChg>
        <pc:spChg chg="mod">
          <ac:chgData name="Etienne De Oliveira" userId="361cb836-5cdc-446f-a11f-94166f94595e" providerId="ADAL" clId="{6D7853A1-C369-644F-8354-CF1AD0590C49}" dt="2024-12-12T18:04:39.153" v="21"/>
          <ac:spMkLst>
            <pc:docMk/>
            <pc:sldMasterMk cId="0" sldId="2147483864"/>
            <ac:spMk id="7" creationId="{00000000-0000-0000-0000-000000000000}"/>
          </ac:spMkLst>
        </pc:spChg>
        <pc:spChg chg="mod">
          <ac:chgData name="Etienne De Oliveira" userId="361cb836-5cdc-446f-a11f-94166f94595e" providerId="ADAL" clId="{6D7853A1-C369-644F-8354-CF1AD0590C49}" dt="2024-12-12T18:04:39.153" v="21"/>
          <ac:spMkLst>
            <pc:docMk/>
            <pc:sldMasterMk cId="0" sldId="2147483864"/>
            <ac:spMk id="8" creationId="{00000000-0000-0000-0000-000000000000}"/>
          </ac:spMkLst>
        </pc:spChg>
        <pc:spChg chg="mod">
          <ac:chgData name="Etienne De Oliveira" userId="361cb836-5cdc-446f-a11f-94166f94595e" providerId="ADAL" clId="{6D7853A1-C369-644F-8354-CF1AD0590C49}" dt="2024-12-12T18:04:39.153" v="21"/>
          <ac:spMkLst>
            <pc:docMk/>
            <pc:sldMasterMk cId="0" sldId="2147483864"/>
            <ac:spMk id="9" creationId="{00000000-0000-0000-0000-000000000000}"/>
          </ac:spMkLst>
        </pc:spChg>
        <pc:sldLayoutChg chg="modSp">
          <pc:chgData name="Etienne De Oliveira" userId="361cb836-5cdc-446f-a11f-94166f94595e" providerId="ADAL" clId="{6D7853A1-C369-644F-8354-CF1AD0590C49}" dt="2024-12-12T18:04:39.153" v="21"/>
          <pc:sldLayoutMkLst>
            <pc:docMk/>
            <pc:sldMasterMk cId="0" sldId="2147483864"/>
            <pc:sldLayoutMk cId="0" sldId="2147483865"/>
          </pc:sldLayoutMkLst>
          <pc:spChg chg="mod">
            <ac:chgData name="Etienne De Oliveira" userId="361cb836-5cdc-446f-a11f-94166f94595e" providerId="ADAL" clId="{6D7853A1-C369-644F-8354-CF1AD0590C49}" dt="2024-12-12T18:04:39.153" v="21"/>
            <ac:spMkLst>
              <pc:docMk/>
              <pc:sldMasterMk cId="0" sldId="2147483864"/>
              <pc:sldLayoutMk cId="0" sldId="2147483865"/>
              <ac:spMk id="2" creationId="{00000000-0000-0000-0000-000000000000}"/>
            </ac:spMkLst>
          </pc:spChg>
          <pc:spChg chg="mod">
            <ac:chgData name="Etienne De Oliveira" userId="361cb836-5cdc-446f-a11f-94166f94595e" providerId="ADAL" clId="{6D7853A1-C369-644F-8354-CF1AD0590C49}" dt="2024-12-12T18:04:39.153" v="21"/>
            <ac:spMkLst>
              <pc:docMk/>
              <pc:sldMasterMk cId="0" sldId="2147483864"/>
              <pc:sldLayoutMk cId="0" sldId="2147483865"/>
              <ac:spMk id="3" creationId="{00000000-0000-0000-0000-000000000000}"/>
            </ac:spMkLst>
          </pc:spChg>
        </pc:sldLayoutChg>
        <pc:sldLayoutChg chg="modSp">
          <pc:chgData name="Etienne De Oliveira" userId="361cb836-5cdc-446f-a11f-94166f94595e" providerId="ADAL" clId="{6D7853A1-C369-644F-8354-CF1AD0590C49}" dt="2024-12-12T18:04:39.153" v="21"/>
          <pc:sldLayoutMkLst>
            <pc:docMk/>
            <pc:sldMasterMk cId="0" sldId="2147483864"/>
            <pc:sldLayoutMk cId="2339072049" sldId="2147483866"/>
          </pc:sldLayoutMkLst>
          <pc:spChg chg="mod">
            <ac:chgData name="Etienne De Oliveira" userId="361cb836-5cdc-446f-a11f-94166f94595e" providerId="ADAL" clId="{6D7853A1-C369-644F-8354-CF1AD0590C49}" dt="2024-12-12T18:04:39.153" v="21"/>
            <ac:spMkLst>
              <pc:docMk/>
              <pc:sldMasterMk cId="0" sldId="2147483864"/>
              <pc:sldLayoutMk cId="2339072049" sldId="2147483866"/>
              <ac:spMk id="5" creationId="{00000000-0000-0000-0000-000000000000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B1D126-14EC-460E-9C76-FA65681DFC06}" type="datetimeFigureOut">
              <a:rPr lang="fr-FR" smtClean="0"/>
              <a:t>31/01/2025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840EB4-32B3-4FAC-9003-BA05CC9FE16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186446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685800" y="685800"/>
            <a:ext cx="54864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840EB4-32B3-4FAC-9003-BA05CC9FE160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521860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685800" y="685800"/>
            <a:ext cx="54864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840EB4-32B3-4FAC-9003-BA05CC9FE160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021902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685800" y="685800"/>
            <a:ext cx="54864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840EB4-32B3-4FAC-9003-BA05CC9FE160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59210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2" y="1587500"/>
            <a:ext cx="7543800" cy="2161646"/>
          </a:xfrm>
        </p:spPr>
        <p:txBody>
          <a:bodyPr anchor="b"/>
          <a:lstStyle>
            <a:lvl1pPr>
              <a:defRPr sz="6600">
                <a:ln>
                  <a:noFill/>
                </a:ln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810000"/>
            <a:ext cx="6461760" cy="8890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5" name="Text Placeholder 2"/>
          <p:cNvSpPr>
            <a:spLocks noGrp="1"/>
          </p:cNvSpPr>
          <p:nvPr>
            <p:ph idx="1"/>
          </p:nvPr>
        </p:nvSpPr>
        <p:spPr>
          <a:xfrm>
            <a:off x="467544" y="1357333"/>
            <a:ext cx="7620000" cy="40005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90720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28865"/>
            <a:ext cx="7620000" cy="9525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fr-FR" dirty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33500"/>
            <a:ext cx="7620000" cy="40005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dirty="0"/>
              <a:t>Modifiez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8458202" y="0"/>
            <a:ext cx="685800" cy="5715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Rectangle 7"/>
          <p:cNvSpPr/>
          <p:nvPr/>
        </p:nvSpPr>
        <p:spPr>
          <a:xfrm>
            <a:off x="8458202" y="4572000"/>
            <a:ext cx="685800" cy="571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sz="1800"/>
          </a:p>
        </p:txBody>
      </p:sp>
      <p:sp>
        <p:nvSpPr>
          <p:cNvPr id="9" name="ZoneTexte 8"/>
          <p:cNvSpPr txBox="1"/>
          <p:nvPr/>
        </p:nvSpPr>
        <p:spPr>
          <a:xfrm>
            <a:off x="8492952" y="0"/>
            <a:ext cx="553998" cy="4397726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l"/>
            <a:r>
              <a:rPr lang="fr-FR" sz="2400">
                <a:solidFill>
                  <a:schemeClr val="bg1"/>
                </a:solidFill>
              </a:rPr>
              <a:t>Electronique</a:t>
            </a:r>
          </a:p>
        </p:txBody>
      </p:sp>
      <p:sp>
        <p:nvSpPr>
          <p:cNvPr id="4" name="Parenthèses 3"/>
          <p:cNvSpPr/>
          <p:nvPr/>
        </p:nvSpPr>
        <p:spPr>
          <a:xfrm>
            <a:off x="8513069" y="4677730"/>
            <a:ext cx="576064" cy="360040"/>
          </a:xfrm>
          <a:prstGeom prst="bracketPair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fld id="{DE558618-995F-4F44-A3C4-04FEF3C3CE9A}" type="slidenum">
              <a:rPr lang="fr-FR" sz="1800" smtClean="0">
                <a:solidFill>
                  <a:schemeClr val="bg1"/>
                </a:solidFill>
              </a:rPr>
              <a:t>‹N°›</a:t>
            </a:fld>
            <a:endParaRPr lang="fr-FR" sz="1800">
              <a:solidFill>
                <a:schemeClr val="bg1"/>
              </a:solidFill>
            </a:endParaRPr>
          </a:p>
        </p:txBody>
      </p:sp>
      <p:sp>
        <p:nvSpPr>
          <p:cNvPr id="5" name="ZoneTexte 4"/>
          <p:cNvSpPr txBox="1"/>
          <p:nvPr/>
        </p:nvSpPr>
        <p:spPr>
          <a:xfrm>
            <a:off x="8244408" y="5317776"/>
            <a:ext cx="115212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CH" sz="800" dirty="0">
                <a:solidFill>
                  <a:schemeClr val="bg1"/>
                </a:solidFill>
                <a:latin typeface="ETML" panose="020B0603050302020204" pitchFamily="34" charset="0"/>
              </a:rPr>
              <a:t>ETML-es</a:t>
            </a:r>
            <a:endParaRPr lang="fr-CH" sz="1000" dirty="0">
              <a:solidFill>
                <a:schemeClr val="bg1"/>
              </a:solidFill>
              <a:latin typeface="ETML" panose="020B06030503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65" r:id="rId1"/>
    <p:sldLayoutId id="2147483866" r:id="rId2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4600" kern="1200" cap="none" spc="-101" baseline="0">
          <a:ln>
            <a:noFill/>
          </a:ln>
          <a:solidFill>
            <a:schemeClr val="tx2"/>
          </a:solidFill>
          <a:effectLst/>
          <a:latin typeface="+mn-lt"/>
          <a:ea typeface="+mj-ea"/>
          <a:cs typeface="+mj-cs"/>
        </a:defRPr>
      </a:lvl1pPr>
    </p:titleStyle>
    <p:bodyStyle>
      <a:lvl1pPr marL="539750" indent="-454026" algn="l" defTabSz="914400" rtl="0" eaLnBrk="1" latinLnBrk="0" hangingPunct="1">
        <a:spcBef>
          <a:spcPct val="20000"/>
        </a:spcBef>
        <a:buClr>
          <a:schemeClr val="accent1"/>
        </a:buClr>
        <a:buFont typeface="Wingdings" panose="05000000000000000000" pitchFamily="2" charset="2"/>
        <a:buChar char="§"/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1071563" indent="-35560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2860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0" hangingPunct="1">
        <a:spcBef>
          <a:spcPct val="20000"/>
        </a:spcBef>
        <a:buClr>
          <a:schemeClr val="accent5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2418-Démonstrateur graphiques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fr-FR" dirty="0"/>
              <a:t>De Oliveira Etienne</a:t>
            </a:r>
          </a:p>
        </p:txBody>
      </p:sp>
      <p:sp>
        <p:nvSpPr>
          <p:cNvPr id="4" name="ZoneTexte 3"/>
          <p:cNvSpPr txBox="1"/>
          <p:nvPr/>
        </p:nvSpPr>
        <p:spPr>
          <a:xfrm>
            <a:off x="683568" y="4769970"/>
            <a:ext cx="1667444" cy="2617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101" dirty="0">
                <a:solidFill>
                  <a:schemeClr val="tx2"/>
                </a:solidFill>
              </a:rPr>
              <a:t>Version : 30.01.2025 / 0.0</a:t>
            </a:r>
          </a:p>
        </p:txBody>
      </p:sp>
    </p:spTree>
    <p:extLst>
      <p:ext uri="{BB962C8B-B14F-4D97-AF65-F5344CB8AC3E}">
        <p14:creationId xmlns:p14="http://schemas.microsoft.com/office/powerpoint/2010/main" val="3389380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/>
              <a:t>Sommaire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fr-CH" dirty="0"/>
              <a:t>Rappel CDC</a:t>
            </a:r>
          </a:p>
          <a:p>
            <a:r>
              <a:rPr lang="fr-CH" dirty="0"/>
              <a:t>Schéma bloc</a:t>
            </a:r>
          </a:p>
          <a:p>
            <a:r>
              <a:rPr lang="fr-CH" dirty="0"/>
              <a:t>Bus communication</a:t>
            </a:r>
          </a:p>
          <a:p>
            <a:r>
              <a:rPr lang="fr-CH" dirty="0"/>
              <a:t>Schéma</a:t>
            </a:r>
          </a:p>
          <a:p>
            <a:r>
              <a:rPr lang="fr-CH" dirty="0"/>
              <a:t>BOM</a:t>
            </a:r>
          </a:p>
          <a:p>
            <a:r>
              <a:rPr lang="fr-CH" dirty="0"/>
              <a:t>Suite</a:t>
            </a:r>
          </a:p>
          <a:p>
            <a:r>
              <a:rPr lang="fr-CH" dirty="0"/>
              <a:t>Questions</a:t>
            </a:r>
          </a:p>
          <a:p>
            <a:endParaRPr lang="fr-CH" dirty="0"/>
          </a:p>
        </p:txBody>
      </p:sp>
    </p:spTree>
    <p:extLst>
      <p:ext uri="{BB962C8B-B14F-4D97-AF65-F5344CB8AC3E}">
        <p14:creationId xmlns:p14="http://schemas.microsoft.com/office/powerpoint/2010/main" val="18840786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819AAD0-D93F-4807-C3BA-73C307326B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/>
              <a:t>Rappel CDC</a:t>
            </a:r>
          </a:p>
        </p:txBody>
      </p:sp>
      <p:pic>
        <p:nvPicPr>
          <p:cNvPr id="7" name="Espace réservé du contenu 6" descr="Une image contenant texte, Appareils électroniques, capture d’écran, Police&#10;&#10;Le contenu généré par l’IA peut être incorrect.">
            <a:extLst>
              <a:ext uri="{FF2B5EF4-FFF2-40B4-BE49-F238E27FC236}">
                <a16:creationId xmlns:a16="http://schemas.microsoft.com/office/drawing/2014/main" id="{DB967AE8-5C79-AFEC-61F4-01A35D4B66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9672" y="912481"/>
            <a:ext cx="5544616" cy="4587548"/>
          </a:xfrm>
        </p:spPr>
      </p:pic>
    </p:spTree>
    <p:extLst>
      <p:ext uri="{BB962C8B-B14F-4D97-AF65-F5344CB8AC3E}">
        <p14:creationId xmlns:p14="http://schemas.microsoft.com/office/powerpoint/2010/main" val="29079969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86DAA07-83BE-AEA1-A508-8D05EAF1AB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/>
              <a:t>Schéma bloc</a:t>
            </a:r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B28FA166-A7E9-4A59-98E9-5F1BF6824F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CH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47528665-6580-B886-D8ED-A8AD9024B3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54623"/>
            <a:ext cx="7696200" cy="5516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05840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6D68410-A703-A114-CD93-C80867CE57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/>
              <a:t>Bus communication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8C17FD0E-C5E2-B8A0-9C03-CBB972BF56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SPI (écran et carte SD)</a:t>
            </a:r>
          </a:p>
          <a:p>
            <a:r>
              <a:rPr lang="fr-FR" dirty="0"/>
              <a:t>UART (FTDI USB)</a:t>
            </a:r>
          </a:p>
        </p:txBody>
      </p:sp>
    </p:spTree>
    <p:extLst>
      <p:ext uri="{BB962C8B-B14F-4D97-AF65-F5344CB8AC3E}">
        <p14:creationId xmlns:p14="http://schemas.microsoft.com/office/powerpoint/2010/main" val="31393006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re 7">
            <a:extLst>
              <a:ext uri="{FF2B5EF4-FFF2-40B4-BE49-F238E27FC236}">
                <a16:creationId xmlns:a16="http://schemas.microsoft.com/office/drawing/2014/main" id="{0AA58380-3298-2104-D36F-C2BE0AFC34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Schéma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6A532F37-27D5-636E-53FA-C85BE65C19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4879"/>
            <a:ext cx="7772400" cy="5571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7684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8C1BB08-8D33-C43C-6E56-DD39B9D46A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2229A11-A04A-9CDB-51E8-251ABC176C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2CB88B5C-6FE5-3CB9-5CF3-5E5D8C5101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344" y="71729"/>
            <a:ext cx="7772400" cy="5571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04090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0B8870F-5CCD-1E19-7B88-69E2E371E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38554DE-DD37-63D9-1C93-B91320EE29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36135472-275A-DCEE-22D1-CFF1503A22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71729"/>
            <a:ext cx="7772400" cy="5571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94358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6D7519C-8240-154C-0B4E-9733F4CA96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Dimensionnement</a:t>
            </a:r>
          </a:p>
        </p:txBody>
      </p:sp>
      <p:pic>
        <p:nvPicPr>
          <p:cNvPr id="4" name="Espace réservé du contenu 3">
            <a:extLst>
              <a:ext uri="{FF2B5EF4-FFF2-40B4-BE49-F238E27FC236}">
                <a16:creationId xmlns:a16="http://schemas.microsoft.com/office/drawing/2014/main" id="{325C830F-5FD7-386E-7C73-F5C42D0DDF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52483" b="-1"/>
          <a:stretch/>
        </p:blipFill>
        <p:spPr bwMode="auto">
          <a:xfrm>
            <a:off x="1315899" y="1112274"/>
            <a:ext cx="6512201" cy="4373861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40043167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6B327F-1373-D338-5D77-1CF6390006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7F7855C-4D16-241F-44A7-A8ABFB7D7F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B6F1E12C-9558-FC92-6647-C0590D227A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344" y="71729"/>
            <a:ext cx="7772400" cy="5571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46291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D2F3F25-4F47-2885-43D8-AB7B1B9175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16C8495-DF53-A6E4-878C-B91C61FCD4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6C5A5134-A859-4A0A-D4F8-A83B33DF5F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344" y="71729"/>
            <a:ext cx="7772400" cy="5571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97314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0A1E16E-0637-264D-CB38-DD011C0C8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BOM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4AB43EF-D9E2-0534-7841-8E6F91F9B0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 plus cher PCB, 180x150 avec stencil : ~167.-</a:t>
            </a:r>
          </a:p>
          <a:p>
            <a:r>
              <a:rPr lang="fr-FR" dirty="0"/>
              <a:t>Ecran 5” : 87.-</a:t>
            </a:r>
          </a:p>
          <a:p>
            <a:r>
              <a:rPr lang="fr-FR" dirty="0"/>
              <a:t>Pic 32MX H : 11.-</a:t>
            </a:r>
          </a:p>
          <a:p>
            <a:endParaRPr lang="fr-FR" dirty="0"/>
          </a:p>
          <a:p>
            <a:r>
              <a:rPr lang="fr-FR" dirty="0"/>
              <a:t>Total : 299.-</a:t>
            </a:r>
          </a:p>
        </p:txBody>
      </p:sp>
    </p:spTree>
    <p:extLst>
      <p:ext uri="{BB962C8B-B14F-4D97-AF65-F5344CB8AC3E}">
        <p14:creationId xmlns:p14="http://schemas.microsoft.com/office/powerpoint/2010/main" val="40388272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8A92600-3858-1DF6-4651-9286BDFE68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/>
              <a:t>Suite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6AD896B-77DF-A3A1-6138-0C375660B6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/>
              <a:t>PCB </a:t>
            </a:r>
            <a:r>
              <a:rPr lang="fr-FR" dirty="0"/>
              <a:t>/ assemblage</a:t>
            </a:r>
          </a:p>
          <a:p>
            <a:r>
              <a:rPr lang="fr-FR" dirty="0"/>
              <a:t>Code</a:t>
            </a:r>
          </a:p>
          <a:p>
            <a:r>
              <a:rPr lang="fr-FR" dirty="0"/>
              <a:t>Test</a:t>
            </a:r>
          </a:p>
        </p:txBody>
      </p:sp>
    </p:spTree>
    <p:extLst>
      <p:ext uri="{BB962C8B-B14F-4D97-AF65-F5344CB8AC3E}">
        <p14:creationId xmlns:p14="http://schemas.microsoft.com/office/powerpoint/2010/main" val="3266128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2847217-A1BF-4623-A5F5-1A0449D195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11760" y="1201316"/>
            <a:ext cx="7543800" cy="2161646"/>
          </a:xfrm>
        </p:spPr>
        <p:txBody>
          <a:bodyPr/>
          <a:lstStyle/>
          <a:p>
            <a:r>
              <a:rPr lang="fr-CH" dirty="0"/>
              <a:t>Questions</a:t>
            </a:r>
          </a:p>
        </p:txBody>
      </p:sp>
      <p:sp>
        <p:nvSpPr>
          <p:cNvPr id="4" name="Sous-titre 3">
            <a:extLst>
              <a:ext uri="{FF2B5EF4-FFF2-40B4-BE49-F238E27FC236}">
                <a16:creationId xmlns:a16="http://schemas.microsoft.com/office/drawing/2014/main" id="{E3588CB5-276F-D40D-1CE8-8B6B3E7A4EE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436178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&amp;M Modèle de présentation">
  <a:themeElements>
    <a:clrScheme name="Élémentaire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629DD1"/>
      </a:accent1>
      <a:accent2>
        <a:srgbClr val="297FD5"/>
      </a:accent2>
      <a:accent3>
        <a:srgbClr val="7F8FA9"/>
      </a:accent3>
      <a:accent4>
        <a:srgbClr val="4A66AC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ontiguïté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algn="bl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75000">
              <a:schemeClr val="phClr">
                <a:shade val="100000"/>
                <a:satMod val="115000"/>
              </a:schemeClr>
            </a:gs>
            <a:gs pos="100000">
              <a:schemeClr val="phClr">
                <a:shade val="70000"/>
                <a:satMod val="130000"/>
              </a:schemeClr>
            </a:gs>
          </a:gsLst>
          <a:path path="circle">
            <a:fillToRect l="20000" t="50000" r="10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7000"/>
              </a:schemeClr>
              <a:schemeClr val="phClr">
                <a:shade val="96000"/>
              </a:schemeClr>
            </a:duotone>
          </a:blip>
          <a:tile tx="0" ty="0" sx="32000" sy="32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odèle de présentation  -  Lecture seule" id="{17B0FDF4-D91F-4A38-B673-F171B8498182}" vid="{AE15DD06-3818-4156-AEE1-4AEF90967569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3243413599C6F4CB4D59275715D131A" ma:contentTypeVersion="16" ma:contentTypeDescription="Crée un document." ma:contentTypeScope="" ma:versionID="518951156aef62d4234428b6d33a7ded">
  <xsd:schema xmlns:xsd="http://www.w3.org/2001/XMLSchema" xmlns:xs="http://www.w3.org/2001/XMLSchema" xmlns:p="http://schemas.microsoft.com/office/2006/metadata/properties" xmlns:ns2="a76a5b68-36f4-4075-8f08-11ccac514aef" xmlns:ns3="f32b6767-d1bc-45b2-b316-f8392d53e3b6" targetNamespace="http://schemas.microsoft.com/office/2006/metadata/properties" ma:root="true" ma:fieldsID="56f7eb540e350af687d6531e6f18f4f5" ns2:_="" ns3:_="">
    <xsd:import namespace="a76a5b68-36f4-4075-8f08-11ccac514aef"/>
    <xsd:import namespace="f32b6767-d1bc-45b2-b316-f8392d53e3b6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DateTaken" minOccurs="0"/>
                <xsd:element ref="ns3:MediaServiceLocation" minOccurs="0"/>
                <xsd:element ref="ns3:MediaServiceAutoKeyPoints" minOccurs="0"/>
                <xsd:element ref="ns3:MediaServiceKeyPoints" minOccurs="0"/>
                <xsd:element ref="ns3:MediaLengthInSeconds" minOccurs="0"/>
                <xsd:element ref="ns3:lcf76f155ced4ddcb4097134ff3c332f" minOccurs="0"/>
                <xsd:element ref="ns2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76a5b68-36f4-4075-8f08-11ccac514aef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d7f74742-f6bc-4a3e-ace8-df63df91eaaf}" ma:internalName="TaxCatchAll" ma:showField="CatchAllData" ma:web="a76a5b68-36f4-4075-8f08-11ccac514ae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32b6767-d1bc-45b2-b316-f8392d53e3b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Balises d’images" ma:readOnly="false" ma:fieldId="{5cf76f15-5ced-4ddc-b409-7134ff3c332f}" ma:taxonomyMulti="true" ma:sspId="5cfe7824-1d92-4d19-9a43-1c93e0eb464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32b6767-d1bc-45b2-b316-f8392d53e3b6">
      <Terms xmlns="http://schemas.microsoft.com/office/infopath/2007/PartnerControls"/>
    </lcf76f155ced4ddcb4097134ff3c332f>
    <TaxCatchAll xmlns="a76a5b68-36f4-4075-8f08-11ccac514aef" xsi:nil="true"/>
  </documentManagement>
</p:properties>
</file>

<file path=customXml/itemProps1.xml><?xml version="1.0" encoding="utf-8"?>
<ds:datastoreItem xmlns:ds="http://schemas.openxmlformats.org/officeDocument/2006/customXml" ds:itemID="{A0BE2339-AB41-4A7E-9E21-300606242A1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A034B1E-FCCE-4D59-9146-2A0386512C7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76a5b68-36f4-4075-8f08-11ccac514aef"/>
    <ds:schemaRef ds:uri="f32b6767-d1bc-45b2-b316-f8392d53e3b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953A41D7-47D6-4EF5-A51F-085F1622230C}">
  <ds:schemaRefs>
    <ds:schemaRef ds:uri="http://purl.org/dc/dcmitype/"/>
    <ds:schemaRef ds:uri="http://www.w3.org/XML/1998/namespace"/>
    <ds:schemaRef ds:uri="http://purl.org/dc/terms/"/>
    <ds:schemaRef ds:uri="http://purl.org/dc/elements/1.1/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f32b6767-d1bc-45b2-b316-f8392d53e3b6"/>
    <ds:schemaRef ds:uri="a76a5b68-36f4-4075-8f08-11ccac514aef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Présentation fin module 1</Template>
  <TotalTime>1844</TotalTime>
  <Words>80</Words>
  <Application>Microsoft Macintosh PowerPoint</Application>
  <PresentationFormat>Affichage à l'écran (16:10)</PresentationFormat>
  <Paragraphs>32</Paragraphs>
  <Slides>14</Slides>
  <Notes>3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19" baseType="lpstr">
      <vt:lpstr>Arial</vt:lpstr>
      <vt:lpstr>Calibri</vt:lpstr>
      <vt:lpstr>ETML</vt:lpstr>
      <vt:lpstr>Wingdings</vt:lpstr>
      <vt:lpstr>T&amp;M Modèle de présentation</vt:lpstr>
      <vt:lpstr>2418-Démonstrateur graphiques</vt:lpstr>
      <vt:lpstr>Sommaire</vt:lpstr>
      <vt:lpstr>Rappel CDC</vt:lpstr>
      <vt:lpstr>Schéma bloc</vt:lpstr>
      <vt:lpstr>Bus communication</vt:lpstr>
      <vt:lpstr>Schéma</vt:lpstr>
      <vt:lpstr>Présentation PowerPoint</vt:lpstr>
      <vt:lpstr>Présentation PowerPoint</vt:lpstr>
      <vt:lpstr>Dimensionnement</vt:lpstr>
      <vt:lpstr>Présentation PowerPoint</vt:lpstr>
      <vt:lpstr>Présentation PowerPoint</vt:lpstr>
      <vt:lpstr>BOM</vt:lpstr>
      <vt:lpstr>Suite</vt:lpstr>
      <vt:lpstr>Questions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 premier module</dc:title>
  <dc:subject/>
  <dc:creator>Etienne De Oliveira</dc:creator>
  <cp:keywords/>
  <dc:description/>
  <cp:lastModifiedBy>Etienne De Oliveira</cp:lastModifiedBy>
  <cp:revision>2</cp:revision>
  <dcterms:created xsi:type="dcterms:W3CDTF">2022-09-26T08:28:07Z</dcterms:created>
  <dcterms:modified xsi:type="dcterms:W3CDTF">2025-01-31T09:37:25Z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0x01010043243413599C6F4CB4D59275715D131A</vt:lpwstr>
  </property>
  <property fmtid="{D5CDD505-2E9C-101B-9397-08002B2CF9AE}" pid="3" name="MediaServiceImageTags">
    <vt:lpwstr/>
  </property>
</Properties>
</file>