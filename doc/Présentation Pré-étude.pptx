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4"/>
  </p:sldMasterIdLst>
  <p:notesMasterIdLst>
    <p:notesMasterId r:id="rId15"/>
  </p:notesMasterIdLst>
  <p:sldIdLst>
    <p:sldId id="256" r:id="rId5"/>
    <p:sldId id="257" r:id="rId6"/>
    <p:sldId id="262" r:id="rId7"/>
    <p:sldId id="268" r:id="rId8"/>
    <p:sldId id="269" r:id="rId9"/>
    <p:sldId id="258" r:id="rId10"/>
    <p:sldId id="259" r:id="rId11"/>
    <p:sldId id="270" r:id="rId12"/>
    <p:sldId id="265" r:id="rId13"/>
    <p:sldId id="263" r:id="rId14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AEFA23D-3A79-4F41-B3A4-D09C8F7FA73D}">
          <p14:sldIdLst>
            <p14:sldId id="256"/>
            <p14:sldId id="257"/>
            <p14:sldId id="262"/>
            <p14:sldId id="268"/>
            <p14:sldId id="269"/>
            <p14:sldId id="258"/>
            <p14:sldId id="259"/>
            <p14:sldId id="270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14A0D-A1E8-4843-A974-C2BBE5F9DC5D}" v="40" dt="2024-12-13T07:22:20.321"/>
    <p1510:client id="{6D7853A1-C369-644F-8354-CF1AD0590C49}" v="43" dt="2024-12-13T07:35:26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94" autoAdjust="0"/>
    <p:restoredTop sz="94863" autoAdjust="0"/>
  </p:normalViewPr>
  <p:slideViewPr>
    <p:cSldViewPr>
      <p:cViewPr varScale="1">
        <p:scale>
          <a:sx n="144" d="100"/>
          <a:sy n="144" d="100"/>
        </p:scale>
        <p:origin x="600" y="19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e Oliveira" userId="361cb836-5cdc-446f-a11f-94166f94595e" providerId="ADAL" clId="{325EC866-8B24-41BD-A3A7-325DF465542F}"/>
    <pc:docChg chg="custSel modSld">
      <pc:chgData name="Etienne De Oliveira" userId="361cb836-5cdc-446f-a11f-94166f94595e" providerId="ADAL" clId="{325EC866-8B24-41BD-A3A7-325DF465542F}" dt="2022-09-28T19:06:44.023" v="300" actId="20577"/>
      <pc:docMkLst>
        <pc:docMk/>
      </pc:docMkLst>
      <pc:sldChg chg="modSp mod">
        <pc:chgData name="Etienne De Oliveira" userId="361cb836-5cdc-446f-a11f-94166f94595e" providerId="ADAL" clId="{325EC866-8B24-41BD-A3A7-325DF465542F}" dt="2022-09-28T19:06:14.380" v="258" actId="20577"/>
        <pc:sldMkLst>
          <pc:docMk/>
          <pc:sldMk cId="3906485143" sldId="260"/>
        </pc:sldMkLst>
      </pc:sldChg>
      <pc:sldChg chg="modSp mod">
        <pc:chgData name="Etienne De Oliveira" userId="361cb836-5cdc-446f-a11f-94166f94595e" providerId="ADAL" clId="{325EC866-8B24-41BD-A3A7-325DF465542F}" dt="2022-09-28T19:06:44.023" v="300" actId="20577"/>
        <pc:sldMkLst>
          <pc:docMk/>
          <pc:sldMk cId="154361783" sldId="263"/>
        </pc:sldMkLst>
      </pc:sldChg>
    </pc:docChg>
  </pc:docChgLst>
  <pc:docChgLst>
    <pc:chgData name="Etienne De Oliveira" userId="361cb836-5cdc-446f-a11f-94166f94595e" providerId="ADAL" clId="{22814A0D-A1E8-4843-A974-C2BBE5F9DC5D}"/>
    <pc:docChg chg="undo custSel delSld modSld modMainMaster">
      <pc:chgData name="Etienne De Oliveira" userId="361cb836-5cdc-446f-a11f-94166f94595e" providerId="ADAL" clId="{22814A0D-A1E8-4843-A974-C2BBE5F9DC5D}" dt="2024-12-13T07:22:09.613" v="295" actId="1076"/>
      <pc:docMkLst>
        <pc:docMk/>
      </pc:docMkLst>
      <pc:sldChg chg="delSp modSp mod">
        <pc:chgData name="Etienne De Oliveira" userId="361cb836-5cdc-446f-a11f-94166f94595e" providerId="ADAL" clId="{22814A0D-A1E8-4843-A974-C2BBE5F9DC5D}" dt="2024-12-11T11:51:22.927" v="80" actId="20577"/>
        <pc:sldMkLst>
          <pc:docMk/>
          <pc:sldMk cId="338938032" sldId="256"/>
        </pc:sldMkLst>
        <pc:spChg chg="mod">
          <ac:chgData name="Etienne De Oliveira" userId="361cb836-5cdc-446f-a11f-94166f94595e" providerId="ADAL" clId="{22814A0D-A1E8-4843-A974-C2BBE5F9DC5D}" dt="2024-12-11T11:50:41.768" v="72" actId="20577"/>
          <ac:spMkLst>
            <pc:docMk/>
            <pc:sldMk cId="338938032" sldId="256"/>
            <ac:spMk id="2" creationId="{00000000-0000-0000-0000-000000000000}"/>
          </ac:spMkLst>
        </pc:spChg>
        <pc:spChg chg="mod">
          <ac:chgData name="Etienne De Oliveira" userId="361cb836-5cdc-446f-a11f-94166f94595e" providerId="ADAL" clId="{22814A0D-A1E8-4843-A974-C2BBE5F9DC5D}" dt="2024-12-11T11:51:22.927" v="80" actId="20577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22814A0D-A1E8-4843-A974-C2BBE5F9DC5D}" dt="2024-12-11T11:54:35.067" v="156" actId="27636"/>
        <pc:sldMkLst>
          <pc:docMk/>
          <pc:sldMk cId="1884078658" sldId="257"/>
        </pc:sldMkLst>
        <pc:spChg chg="mod">
          <ac:chgData name="Etienne De Oliveira" userId="361cb836-5cdc-446f-a11f-94166f94595e" providerId="ADAL" clId="{22814A0D-A1E8-4843-A974-C2BBE5F9DC5D}" dt="2024-12-11T11:54:35.067" v="156" actId="27636"/>
          <ac:spMkLst>
            <pc:docMk/>
            <pc:sldMk cId="1884078658" sldId="257"/>
            <ac:spMk id="3" creationId="{00000000-0000-0000-0000-000000000000}"/>
          </ac:spMkLst>
        </pc:spChg>
      </pc:sldChg>
      <pc:sldChg chg="addSp delSp modSp mod modNotesTx">
        <pc:chgData name="Etienne De Oliveira" userId="361cb836-5cdc-446f-a11f-94166f94595e" providerId="ADAL" clId="{22814A0D-A1E8-4843-A974-C2BBE5F9DC5D}" dt="2024-12-13T06:59:42.356" v="241" actId="1076"/>
        <pc:sldMkLst>
          <pc:docMk/>
          <pc:sldMk cId="1080584059" sldId="258"/>
        </pc:sldMkLst>
        <pc:spChg chg="mod">
          <ac:chgData name="Etienne De Oliveira" userId="361cb836-5cdc-446f-a11f-94166f94595e" providerId="ADAL" clId="{22814A0D-A1E8-4843-A974-C2BBE5F9DC5D}" dt="2024-12-11T11:56:16.994" v="206" actId="20577"/>
          <ac:spMkLst>
            <pc:docMk/>
            <pc:sldMk cId="1080584059" sldId="258"/>
            <ac:spMk id="2" creationId="{786DAA07-83BE-AEA1-A508-8D05EAF1ABCE}"/>
          </ac:spMkLst>
        </pc:spChg>
        <pc:spChg chg="add mod">
          <ac:chgData name="Etienne De Oliveira" userId="361cb836-5cdc-446f-a11f-94166f94595e" providerId="ADAL" clId="{22814A0D-A1E8-4843-A974-C2BBE5F9DC5D}" dt="2024-12-11T11:55:58.029" v="194" actId="478"/>
          <ac:spMkLst>
            <pc:docMk/>
            <pc:sldMk cId="1080584059" sldId="258"/>
            <ac:spMk id="5" creationId="{B28FA166-A7E9-4A59-98E9-5F1BF6824F74}"/>
          </ac:spMkLst>
        </pc:spChg>
        <pc:graphicFrameChg chg="add del mod">
          <ac:chgData name="Etienne De Oliveira" userId="361cb836-5cdc-446f-a11f-94166f94595e" providerId="ADAL" clId="{22814A0D-A1E8-4843-A974-C2BBE5F9DC5D}" dt="2024-12-13T06:58:53.761" v="235" actId="478"/>
          <ac:graphicFrameMkLst>
            <pc:docMk/>
            <pc:sldMk cId="1080584059" sldId="258"/>
            <ac:graphicFrameMk id="4" creationId="{7913B863-AE25-48B6-8AD4-F26BF6F75756}"/>
          </ac:graphicFrameMkLst>
        </pc:graphicFrameChg>
        <pc:picChg chg="del">
          <ac:chgData name="Etienne De Oliveira" userId="361cb836-5cdc-446f-a11f-94166f94595e" providerId="ADAL" clId="{22814A0D-A1E8-4843-A974-C2BBE5F9DC5D}" dt="2024-12-13T06:58:37.593" v="232" actId="478"/>
          <ac:picMkLst>
            <pc:docMk/>
            <pc:sldMk cId="1080584059" sldId="258"/>
            <ac:picMk id="3" creationId="{DEA9851E-F2B7-FDA1-4AAB-F2E98043789D}"/>
          </ac:picMkLst>
        </pc:picChg>
        <pc:picChg chg="add mod">
          <ac:chgData name="Etienne De Oliveira" userId="361cb836-5cdc-446f-a11f-94166f94595e" providerId="ADAL" clId="{22814A0D-A1E8-4843-A974-C2BBE5F9DC5D}" dt="2024-12-13T06:59:42.356" v="241" actId="1076"/>
          <ac:picMkLst>
            <pc:docMk/>
            <pc:sldMk cId="1080584059" sldId="258"/>
            <ac:picMk id="1025" creationId="{30C591EE-F2D7-4D87-A08F-151B2EEDD736}"/>
          </ac:picMkLst>
        </pc:picChg>
      </pc:sldChg>
      <pc:sldChg chg="modSp mod modNotesTx">
        <pc:chgData name="Etienne De Oliveira" userId="361cb836-5cdc-446f-a11f-94166f94595e" providerId="ADAL" clId="{22814A0D-A1E8-4843-A974-C2BBE5F9DC5D}" dt="2024-12-11T11:56:35.609" v="224" actId="20577"/>
        <pc:sldMkLst>
          <pc:docMk/>
          <pc:sldMk cId="3139300647" sldId="259"/>
        </pc:sldMkLst>
        <pc:spChg chg="mod">
          <ac:chgData name="Etienne De Oliveira" userId="361cb836-5cdc-446f-a11f-94166f94595e" providerId="ADAL" clId="{22814A0D-A1E8-4843-A974-C2BBE5F9DC5D}" dt="2024-12-11T11:56:30.151" v="222" actId="20577"/>
          <ac:spMkLst>
            <pc:docMk/>
            <pc:sldMk cId="3139300647" sldId="259"/>
            <ac:spMk id="2" creationId="{96D68410-A703-A114-CD93-C80867CE57AC}"/>
          </ac:spMkLst>
        </pc:spChg>
      </pc:sldChg>
      <pc:sldChg chg="delSp modSp mod modNotesTx">
        <pc:chgData name="Etienne De Oliveira" userId="361cb836-5cdc-446f-a11f-94166f94595e" providerId="ADAL" clId="{22814A0D-A1E8-4843-A974-C2BBE5F9DC5D}" dt="2024-12-13T07:22:09.613" v="295" actId="1076"/>
        <pc:sldMkLst>
          <pc:docMk/>
          <pc:sldMk cId="2907996921" sldId="262"/>
        </pc:sldMkLst>
        <pc:spChg chg="mod">
          <ac:chgData name="Etienne De Oliveira" userId="361cb836-5cdc-446f-a11f-94166f94595e" providerId="ADAL" clId="{22814A0D-A1E8-4843-A974-C2BBE5F9DC5D}" dt="2024-12-11T11:54:57.021" v="176" actId="20577"/>
          <ac:spMkLst>
            <pc:docMk/>
            <pc:sldMk cId="2907996921" sldId="262"/>
            <ac:spMk id="2" creationId="{F819AAD0-D93F-4807-C3BA-73C307326B18}"/>
          </ac:spMkLst>
        </pc:spChg>
        <pc:picChg chg="mod">
          <ac:chgData name="Etienne De Oliveira" userId="361cb836-5cdc-446f-a11f-94166f94595e" providerId="ADAL" clId="{22814A0D-A1E8-4843-A974-C2BBE5F9DC5D}" dt="2024-12-13T07:22:09.613" v="295" actId="1076"/>
          <ac:picMkLst>
            <pc:docMk/>
            <pc:sldMk cId="2907996921" sldId="262"/>
            <ac:picMk id="6" creationId="{FE28D258-E383-2FE2-913F-D3606E3CEBC7}"/>
          </ac:picMkLst>
        </pc:picChg>
      </pc:sldChg>
      <pc:sldChg chg="modSp mod">
        <pc:chgData name="Etienne De Oliveira" userId="361cb836-5cdc-446f-a11f-94166f94595e" providerId="ADAL" clId="{22814A0D-A1E8-4843-A974-C2BBE5F9DC5D}" dt="2024-12-11T11:56:44.635" v="229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22814A0D-A1E8-4843-A974-C2BBE5F9DC5D}" dt="2024-12-11T11:56:44.635" v="229" actId="20577"/>
          <ac:spMkLst>
            <pc:docMk/>
            <pc:sldMk cId="326612822" sldId="265"/>
            <ac:spMk id="2" creationId="{88A92600-3858-1DF6-4651-9286BDFE6852}"/>
          </ac:spMkLst>
        </pc:spChg>
      </pc:sldChg>
      <pc:sldChg chg="del">
        <pc:chgData name="Etienne De Oliveira" userId="361cb836-5cdc-446f-a11f-94166f94595e" providerId="ADAL" clId="{22814A0D-A1E8-4843-A974-C2BBE5F9DC5D}" dt="2024-12-11T11:56:50.959" v="230" actId="47"/>
        <pc:sldMkLst>
          <pc:docMk/>
          <pc:sldMk cId="3936942062" sldId="266"/>
        </pc:sldMkLst>
      </pc:sldChg>
      <pc:sldChg chg="modSp mod">
        <pc:chgData name="Etienne De Oliveira" userId="361cb836-5cdc-446f-a11f-94166f94595e" providerId="ADAL" clId="{22814A0D-A1E8-4843-A974-C2BBE5F9DC5D}" dt="2024-12-11T11:56:55.527" v="231" actId="20577"/>
        <pc:sldMkLst>
          <pc:docMk/>
          <pc:sldMk cId="592460231" sldId="267"/>
        </pc:sldMkLst>
      </pc:sldChg>
      <pc:sldChg chg="modSp mod modNotesTx">
        <pc:chgData name="Etienne De Oliveira" userId="361cb836-5cdc-446f-a11f-94166f94595e" providerId="ADAL" clId="{22814A0D-A1E8-4843-A974-C2BBE5F9DC5D}" dt="2024-12-11T11:55:54.507" v="192" actId="20577"/>
        <pc:sldMkLst>
          <pc:docMk/>
          <pc:sldMk cId="1055931126" sldId="268"/>
        </pc:sldMkLst>
        <pc:spChg chg="mod">
          <ac:chgData name="Etienne De Oliveira" userId="361cb836-5cdc-446f-a11f-94166f94595e" providerId="ADAL" clId="{22814A0D-A1E8-4843-A974-C2BBE5F9DC5D}" dt="2024-12-11T11:55:44.904" v="190" actId="20577"/>
          <ac:spMkLst>
            <pc:docMk/>
            <pc:sldMk cId="1055931126" sldId="268"/>
            <ac:spMk id="2" creationId="{80E7EBA4-B9BE-4427-6338-3B3B0F459C40}"/>
          </ac:spMkLst>
        </pc:spChg>
        <pc:spChg chg="mod">
          <ac:chgData name="Etienne De Oliveira" userId="361cb836-5cdc-446f-a11f-94166f94595e" providerId="ADAL" clId="{22814A0D-A1E8-4843-A974-C2BBE5F9DC5D}" dt="2024-12-11T11:55:47.705" v="191" actId="20577"/>
          <ac:spMkLst>
            <pc:docMk/>
            <pc:sldMk cId="1055931126" sldId="268"/>
            <ac:spMk id="3" creationId="{1C7B6FFE-3CE7-D916-BBB8-D13BD1BF7DA3}"/>
          </ac:spMkLst>
        </pc:spChg>
      </pc:sldChg>
      <pc:sldChg chg="addSp delSp modSp mod">
        <pc:chgData name="Etienne De Oliveira" userId="361cb836-5cdc-446f-a11f-94166f94595e" providerId="ADAL" clId="{22814A0D-A1E8-4843-A974-C2BBE5F9DC5D}" dt="2024-12-13T07:04:33.623" v="293"/>
        <pc:sldMkLst>
          <pc:docMk/>
          <pc:sldMk cId="1703575271" sldId="269"/>
        </pc:sldMkLst>
        <pc:spChg chg="mod">
          <ac:chgData name="Etienne De Oliveira" userId="361cb836-5cdc-446f-a11f-94166f94595e" providerId="ADAL" clId="{22814A0D-A1E8-4843-A974-C2BBE5F9DC5D}" dt="2024-12-13T07:03:16.110" v="289" actId="20577"/>
          <ac:spMkLst>
            <pc:docMk/>
            <pc:sldMk cId="1703575271" sldId="269"/>
            <ac:spMk id="2" creationId="{8FCA57BE-0031-EDB6-B0CB-0C892E62459F}"/>
          </ac:spMkLst>
        </pc:spChg>
        <pc:spChg chg="add del mod">
          <ac:chgData name="Etienne De Oliveira" userId="361cb836-5cdc-446f-a11f-94166f94595e" providerId="ADAL" clId="{22814A0D-A1E8-4843-A974-C2BBE5F9DC5D}" dt="2024-12-13T07:04:10.168" v="290"/>
          <ac:spMkLst>
            <pc:docMk/>
            <pc:sldMk cId="1703575271" sldId="269"/>
            <ac:spMk id="4" creationId="{CECC2091-24BF-4AC8-8B87-9E108306BA71}"/>
          </ac:spMkLst>
        </pc:spChg>
        <pc:graphicFrameChg chg="add del mod">
          <ac:chgData name="Etienne De Oliveira" userId="361cb836-5cdc-446f-a11f-94166f94595e" providerId="ADAL" clId="{22814A0D-A1E8-4843-A974-C2BBE5F9DC5D}" dt="2024-12-13T07:02:05.134" v="267"/>
          <ac:graphicFrameMkLst>
            <pc:docMk/>
            <pc:sldMk cId="1703575271" sldId="269"/>
            <ac:graphicFrameMk id="5" creationId="{7A73FEDF-FF3C-4160-BCA8-E29DEF5253E5}"/>
          </ac:graphicFrameMkLst>
        </pc:graphicFrameChg>
        <pc:graphicFrameChg chg="add mod">
          <ac:chgData name="Etienne De Oliveira" userId="361cb836-5cdc-446f-a11f-94166f94595e" providerId="ADAL" clId="{22814A0D-A1E8-4843-A974-C2BBE5F9DC5D}" dt="2024-12-13T07:04:33.623" v="293"/>
          <ac:graphicFrameMkLst>
            <pc:docMk/>
            <pc:sldMk cId="1703575271" sldId="269"/>
            <ac:graphicFrameMk id="8" creationId="{9D823D62-713E-454D-A627-21A3E67DF79F}"/>
          </ac:graphicFrameMkLst>
        </pc:graphicFrameChg>
        <pc:picChg chg="del">
          <ac:chgData name="Etienne De Oliveira" userId="361cb836-5cdc-446f-a11f-94166f94595e" providerId="ADAL" clId="{22814A0D-A1E8-4843-A974-C2BBE5F9DC5D}" dt="2024-12-13T07:01:26.320" v="253" actId="478"/>
          <ac:picMkLst>
            <pc:docMk/>
            <pc:sldMk cId="1703575271" sldId="269"/>
            <ac:picMk id="6" creationId="{EC7A3723-DFE4-74E3-0F4A-7CD4ED8174E8}"/>
          </ac:picMkLst>
        </pc:picChg>
        <pc:picChg chg="add del">
          <ac:chgData name="Etienne De Oliveira" userId="361cb836-5cdc-446f-a11f-94166f94595e" providerId="ADAL" clId="{22814A0D-A1E8-4843-A974-C2BBE5F9DC5D}" dt="2024-12-13T07:02:08.660" v="269" actId="21"/>
          <ac:picMkLst>
            <pc:docMk/>
            <pc:sldMk cId="1703575271" sldId="269"/>
            <ac:picMk id="7" creationId="{4292B075-B960-4904-9F1F-9A68CD1DEADF}"/>
          </ac:picMkLst>
        </pc:picChg>
      </pc:sldChg>
      <pc:sldChg chg="addSp delSp modSp mod">
        <pc:chgData name="Etienne De Oliveira" userId="361cb836-5cdc-446f-a11f-94166f94595e" providerId="ADAL" clId="{22814A0D-A1E8-4843-A974-C2BBE5F9DC5D}" dt="2024-12-13T07:02:32.241" v="276" actId="1076"/>
        <pc:sldMkLst>
          <pc:docMk/>
          <pc:sldMk cId="417768486" sldId="270"/>
        </pc:sldMkLst>
        <pc:spChg chg="del">
          <ac:chgData name="Etienne De Oliveira" userId="361cb836-5cdc-446f-a11f-94166f94595e" providerId="ADAL" clId="{22814A0D-A1E8-4843-A974-C2BBE5F9DC5D}" dt="2024-12-13T07:00:20.266" v="242" actId="478"/>
          <ac:spMkLst>
            <pc:docMk/>
            <pc:sldMk cId="417768486" sldId="270"/>
            <ac:spMk id="7" creationId="{2082F8E4-27F0-4E16-38FE-F856CC478B70}"/>
          </ac:spMkLst>
        </pc:spChg>
        <pc:graphicFrameChg chg="add del mod">
          <ac:chgData name="Etienne De Oliveira" userId="361cb836-5cdc-446f-a11f-94166f94595e" providerId="ADAL" clId="{22814A0D-A1E8-4843-A974-C2BBE5F9DC5D}" dt="2024-12-13T07:00:28.384" v="247"/>
          <ac:graphicFrameMkLst>
            <pc:docMk/>
            <pc:sldMk cId="417768486" sldId="270"/>
            <ac:graphicFrameMk id="3" creationId="{4F669BDD-E23C-4AA3-8409-502B854F4593}"/>
          </ac:graphicFrameMkLst>
        </pc:graphicFrameChg>
        <pc:graphicFrameChg chg="add del mod modGraphic">
          <ac:chgData name="Etienne De Oliveira" userId="361cb836-5cdc-446f-a11f-94166f94595e" providerId="ADAL" clId="{22814A0D-A1E8-4843-A974-C2BBE5F9DC5D}" dt="2024-12-13T07:02:24.505" v="274" actId="478"/>
          <ac:graphicFrameMkLst>
            <pc:docMk/>
            <pc:sldMk cId="417768486" sldId="270"/>
            <ac:graphicFrameMk id="4" creationId="{8677DC2B-6590-441F-8FCD-C768DD8B0697}"/>
          </ac:graphicFrameMkLst>
        </pc:graphicFrameChg>
        <pc:picChg chg="del">
          <ac:chgData name="Etienne De Oliveira" userId="361cb836-5cdc-446f-a11f-94166f94595e" providerId="ADAL" clId="{22814A0D-A1E8-4843-A974-C2BBE5F9DC5D}" dt="2024-12-13T07:00:21.974" v="243" actId="478"/>
          <ac:picMkLst>
            <pc:docMk/>
            <pc:sldMk cId="417768486" sldId="270"/>
            <ac:picMk id="5" creationId="{EB4D3227-A758-3110-3EDA-E8960855EA4D}"/>
          </ac:picMkLst>
        </pc:picChg>
        <pc:picChg chg="add del mod">
          <ac:chgData name="Etienne De Oliveira" userId="361cb836-5cdc-446f-a11f-94166f94595e" providerId="ADAL" clId="{22814A0D-A1E8-4843-A974-C2BBE5F9DC5D}" dt="2024-12-13T07:02:15.789" v="271"/>
          <ac:picMkLst>
            <pc:docMk/>
            <pc:sldMk cId="417768486" sldId="270"/>
            <ac:picMk id="8" creationId="{0E9E7F3B-3F61-4B6A-BBD2-3244C7977055}"/>
          </ac:picMkLst>
        </pc:picChg>
        <pc:picChg chg="add mod">
          <ac:chgData name="Etienne De Oliveira" userId="361cb836-5cdc-446f-a11f-94166f94595e" providerId="ADAL" clId="{22814A0D-A1E8-4843-A974-C2BBE5F9DC5D}" dt="2024-12-13T07:02:32.241" v="276" actId="1076"/>
          <ac:picMkLst>
            <pc:docMk/>
            <pc:sldMk cId="417768486" sldId="270"/>
            <ac:picMk id="9" creationId="{045CFE66-DF3C-4CBB-BD30-4B0F60E48507}"/>
          </ac:picMkLst>
        </pc:picChg>
      </pc:sldChg>
      <pc:sldMasterChg chg="modSp mod">
        <pc:chgData name="Etienne De Oliveira" userId="361cb836-5cdc-446f-a11f-94166f94595e" providerId="ADAL" clId="{22814A0D-A1E8-4843-A974-C2BBE5F9DC5D}" dt="2024-12-11T11:49:26.024" v="11" actId="403"/>
        <pc:sldMasterMkLst>
          <pc:docMk/>
          <pc:sldMasterMk cId="0" sldId="2147483864"/>
        </pc:sldMasterMkLst>
        <pc:spChg chg="mod">
          <ac:chgData name="Etienne De Oliveira" userId="361cb836-5cdc-446f-a11f-94166f94595e" providerId="ADAL" clId="{22814A0D-A1E8-4843-A974-C2BBE5F9DC5D}" dt="2024-12-11T11:49:26.024" v="11" actId="403"/>
          <ac:spMkLst>
            <pc:docMk/>
            <pc:sldMasterMk cId="0" sldId="2147483864"/>
            <ac:spMk id="5" creationId="{00000000-0000-0000-0000-000000000000}"/>
          </ac:spMkLst>
        </pc:spChg>
      </pc:sldMasterChg>
    </pc:docChg>
  </pc:docChgLst>
  <pc:docChgLst>
    <pc:chgData name="Etienne De Oliveira" userId="361cb836-5cdc-446f-a11f-94166f94595e" providerId="ADAL" clId="{CA04C797-5B89-4DE3-8768-17FE95574D24}"/>
    <pc:docChg chg="undo custSel addSld modSld">
      <pc:chgData name="Etienne De Oliveira" userId="361cb836-5cdc-446f-a11f-94166f94595e" providerId="ADAL" clId="{CA04C797-5B89-4DE3-8768-17FE95574D24}" dt="2022-09-29T06:01:52.093" v="1301" actId="20577"/>
      <pc:docMkLst>
        <pc:docMk/>
      </pc:docMkLst>
      <pc:sldChg chg="modSp mod">
        <pc:chgData name="Etienne De Oliveira" userId="361cb836-5cdc-446f-a11f-94166f94595e" providerId="ADAL" clId="{CA04C797-5B89-4DE3-8768-17FE95574D24}" dt="2022-09-28T08:31:20.836" v="387" actId="20577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CA04C797-5B89-4DE3-8768-17FE95574D24}" dt="2022-09-29T05:59:12.306" v="1288" actId="20577"/>
        <pc:sldMkLst>
          <pc:docMk/>
          <pc:sldMk cId="1884078658" sldId="257"/>
        </pc:sldMkLst>
      </pc:sldChg>
      <pc:sldChg chg="addSp delSp modSp mod">
        <pc:chgData name="Etienne De Oliveira" userId="361cb836-5cdc-446f-a11f-94166f94595e" providerId="ADAL" clId="{CA04C797-5B89-4DE3-8768-17FE95574D24}" dt="2022-09-29T06:01:52.093" v="1301" actId="20577"/>
        <pc:sldMkLst>
          <pc:docMk/>
          <pc:sldMk cId="1080584059" sldId="258"/>
        </pc:sldMkLst>
      </pc:sldChg>
      <pc:sldChg chg="addSp delSp modSp mod">
        <pc:chgData name="Etienne De Oliveira" userId="361cb836-5cdc-446f-a11f-94166f94595e" providerId="ADAL" clId="{CA04C797-5B89-4DE3-8768-17FE95574D24}" dt="2022-09-28T12:41:21.474" v="900" actId="20577"/>
        <pc:sldMkLst>
          <pc:docMk/>
          <pc:sldMk cId="3139300647" sldId="259"/>
        </pc:sldMkLst>
      </pc:sldChg>
      <pc:sldChg chg="addSp delSp modSp mod">
        <pc:chgData name="Etienne De Oliveira" userId="361cb836-5cdc-446f-a11f-94166f94595e" providerId="ADAL" clId="{CA04C797-5B89-4DE3-8768-17FE95574D24}" dt="2022-09-28T13:17:30.039" v="1070" actId="1076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CA04C797-5B89-4DE3-8768-17FE95574D24}" dt="2022-09-28T13:34:36.025" v="1121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CA04C797-5B89-4DE3-8768-17FE95574D24}" dt="2022-09-29T05:45:05.933" v="1229" actId="20577"/>
        <pc:sldMkLst>
          <pc:docMk/>
          <pc:sldMk cId="154361783" sldId="263"/>
        </pc:sldMkLst>
      </pc:sldChg>
      <pc:sldChg chg="modSp new mod">
        <pc:chgData name="Etienne De Oliveira" userId="361cb836-5cdc-446f-a11f-94166f94595e" providerId="ADAL" clId="{CA04C797-5B89-4DE3-8768-17FE95574D24}" dt="2022-09-29T05:47:51.977" v="1249" actId="20577"/>
        <pc:sldMkLst>
          <pc:docMk/>
          <pc:sldMk cId="1693984577" sldId="264"/>
        </pc:sldMkLst>
      </pc:sldChg>
      <pc:sldChg chg="addSp delSp modSp new mod">
        <pc:chgData name="Etienne De Oliveira" userId="361cb836-5cdc-446f-a11f-94166f94595e" providerId="ADAL" clId="{CA04C797-5B89-4DE3-8768-17FE95574D24}" dt="2022-09-28T11:23:59.343" v="645" actId="1076"/>
        <pc:sldMkLst>
          <pc:docMk/>
          <pc:sldMk cId="326612822" sldId="265"/>
        </pc:sldMkLst>
      </pc:sldChg>
      <pc:sldChg chg="addSp delSp modSp new mod">
        <pc:chgData name="Etienne De Oliveira" userId="361cb836-5cdc-446f-a11f-94166f94595e" providerId="ADAL" clId="{CA04C797-5B89-4DE3-8768-17FE95574D24}" dt="2022-09-28T11:11:23.841" v="641" actId="1076"/>
        <pc:sldMkLst>
          <pc:docMk/>
          <pc:sldMk cId="3936942062" sldId="266"/>
        </pc:sldMkLst>
      </pc:sldChg>
    </pc:docChg>
  </pc:docChgLst>
  <pc:docChgLst>
    <pc:chgData name="Etienne De Oliveira" userId="361cb836-5cdc-446f-a11f-94166f94595e" providerId="ADAL" clId="{977DA2D0-5B25-E54E-8ADC-6367144DF1D0}"/>
    <pc:docChg chg="custSel addSld delSld modSld">
      <pc:chgData name="Etienne De Oliveira" userId="361cb836-5cdc-446f-a11f-94166f94595e" providerId="ADAL" clId="{977DA2D0-5B25-E54E-8ADC-6367144DF1D0}" dt="2024-05-30T16:20:12.486" v="270" actId="20577"/>
      <pc:docMkLst>
        <pc:docMk/>
      </pc:docMkLst>
      <pc:sldChg chg="modSp mod">
        <pc:chgData name="Etienne De Oliveira" userId="361cb836-5cdc-446f-a11f-94166f94595e" providerId="ADAL" clId="{977DA2D0-5B25-E54E-8ADC-6367144DF1D0}" dt="2024-05-30T16:20:04.271" v="262" actId="20577"/>
        <pc:sldMkLst>
          <pc:docMk/>
          <pc:sldMk cId="1884078658" sldId="257"/>
        </pc:sldMkLst>
      </pc:sldChg>
      <pc:sldChg chg="delSp modSp mod">
        <pc:chgData name="Etienne De Oliveira" userId="361cb836-5cdc-446f-a11f-94166f94595e" providerId="ADAL" clId="{977DA2D0-5B25-E54E-8ADC-6367144DF1D0}" dt="2024-05-30T16:17:30.297" v="172" actId="6549"/>
        <pc:sldMkLst>
          <pc:docMk/>
          <pc:sldMk cId="1080584059" sldId="258"/>
        </pc:sldMkLst>
      </pc:sldChg>
      <pc:sldChg chg="modSp mod">
        <pc:chgData name="Etienne De Oliveira" userId="361cb836-5cdc-446f-a11f-94166f94595e" providerId="ADAL" clId="{977DA2D0-5B25-E54E-8ADC-6367144DF1D0}" dt="2024-05-30T16:18:03.316" v="195" actId="20577"/>
        <pc:sldMkLst>
          <pc:docMk/>
          <pc:sldMk cId="3139300647" sldId="259"/>
        </pc:sldMkLst>
      </pc:sldChg>
      <pc:sldChg chg="del">
        <pc:chgData name="Etienne De Oliveira" userId="361cb836-5cdc-446f-a11f-94166f94595e" providerId="ADAL" clId="{977DA2D0-5B25-E54E-8ADC-6367144DF1D0}" dt="2024-05-30T16:18:43.774" v="229" actId="2696"/>
        <pc:sldMkLst>
          <pc:docMk/>
          <pc:sldMk cId="3906485143" sldId="260"/>
        </pc:sldMkLst>
      </pc:sldChg>
      <pc:sldChg chg="delSp modSp mod">
        <pc:chgData name="Etienne De Oliveira" userId="361cb836-5cdc-446f-a11f-94166f94595e" providerId="ADAL" clId="{977DA2D0-5B25-E54E-8ADC-6367144DF1D0}" dt="2024-05-30T16:18:55.107" v="241" actId="6549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977DA2D0-5B25-E54E-8ADC-6367144DF1D0}" dt="2024-05-30T16:11:45.410" v="74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977DA2D0-5B25-E54E-8ADC-6367144DF1D0}" dt="2024-05-30T16:19:06.540" v="253" actId="20577"/>
        <pc:sldMkLst>
          <pc:docMk/>
          <pc:sldMk cId="154361783" sldId="263"/>
        </pc:sldMkLst>
      </pc:sldChg>
      <pc:sldChg chg="del">
        <pc:chgData name="Etienne De Oliveira" userId="361cb836-5cdc-446f-a11f-94166f94595e" providerId="ADAL" clId="{977DA2D0-5B25-E54E-8ADC-6367144DF1D0}" dt="2024-05-30T16:18:41.841" v="228" actId="2696"/>
        <pc:sldMkLst>
          <pc:docMk/>
          <pc:sldMk cId="1693984577" sldId="264"/>
        </pc:sldMkLst>
      </pc:sldChg>
      <pc:sldChg chg="addSp delSp modSp mod">
        <pc:chgData name="Etienne De Oliveira" userId="361cb836-5cdc-446f-a11f-94166f94595e" providerId="ADAL" clId="{977DA2D0-5B25-E54E-8ADC-6367144DF1D0}" dt="2024-05-30T16:18:29.230" v="227" actId="20577"/>
        <pc:sldMkLst>
          <pc:docMk/>
          <pc:sldMk cId="326612822" sldId="265"/>
        </pc:sldMkLst>
      </pc:sldChg>
      <pc:sldChg chg="addSp delSp modSp mod">
        <pc:chgData name="Etienne De Oliveira" userId="361cb836-5cdc-446f-a11f-94166f94595e" providerId="ADAL" clId="{977DA2D0-5B25-E54E-8ADC-6367144DF1D0}" dt="2024-05-30T16:18:17.861" v="209" actId="20577"/>
        <pc:sldMkLst>
          <pc:docMk/>
          <pc:sldMk cId="3936942062" sldId="266"/>
        </pc:sldMkLst>
      </pc:sldChg>
      <pc:sldChg chg="modSp new mod">
        <pc:chgData name="Etienne De Oliveira" userId="361cb836-5cdc-446f-a11f-94166f94595e" providerId="ADAL" clId="{977DA2D0-5B25-E54E-8ADC-6367144DF1D0}" dt="2024-05-30T16:20:12.486" v="270" actId="20577"/>
        <pc:sldMkLst>
          <pc:docMk/>
          <pc:sldMk cId="592460231" sldId="267"/>
        </pc:sldMkLst>
      </pc:sldChg>
    </pc:docChg>
  </pc:docChgLst>
  <pc:docChgLst>
    <pc:chgData name="Etienne De Oliveira" userId="361cb836-5cdc-446f-a11f-94166f94595e" providerId="ADAL" clId="{C4A3CE01-8B1E-4BFB-9435-321767F94326}"/>
    <pc:docChg chg="custSel modSld modMainMaster">
      <pc:chgData name="Etienne De Oliveira" userId="361cb836-5cdc-446f-a11f-94166f94595e" providerId="ADAL" clId="{C4A3CE01-8B1E-4BFB-9435-321767F94326}" dt="2024-05-06T06:28:40.447" v="47" actId="20577"/>
      <pc:docMkLst>
        <pc:docMk/>
      </pc:docMkLst>
      <pc:sldChg chg="modSp mod">
        <pc:chgData name="Etienne De Oliveira" userId="361cb836-5cdc-446f-a11f-94166f94595e" providerId="ADAL" clId="{C4A3CE01-8B1E-4BFB-9435-321767F94326}" dt="2024-05-06T06:28:40.447" v="47" actId="20577"/>
        <pc:sldMkLst>
          <pc:docMk/>
          <pc:sldMk cId="338938032" sldId="256"/>
        </pc:sldMkLst>
      </pc:sldChg>
      <pc:sldMasterChg chg="modSp mod">
        <pc:chgData name="Etienne De Oliveira" userId="361cb836-5cdc-446f-a11f-94166f94595e" providerId="ADAL" clId="{C4A3CE01-8B1E-4BFB-9435-321767F94326}" dt="2024-04-29T07:03:04.569" v="43" actId="20577"/>
        <pc:sldMasterMkLst>
          <pc:docMk/>
          <pc:sldMasterMk cId="0" sldId="2147483864"/>
        </pc:sldMasterMkLst>
      </pc:sldMasterChg>
    </pc:docChg>
  </pc:docChgLst>
  <pc:docChgLst>
    <pc:chgData name="Etienne De Oliveira" userId="361cb836-5cdc-446f-a11f-94166f94595e" providerId="ADAL" clId="{6D7853A1-C369-644F-8354-CF1AD0590C49}"/>
    <pc:docChg chg="undo custSel addSld delSld modSld sldOrd modMainMaster addSection delSection modSection modNotesMaster">
      <pc:chgData name="Etienne De Oliveira" userId="361cb836-5cdc-446f-a11f-94166f94595e" providerId="ADAL" clId="{6D7853A1-C369-644F-8354-CF1AD0590C49}" dt="2024-12-13T12:47:18.083" v="643" actId="20577"/>
      <pc:docMkLst>
        <pc:docMk/>
      </pc:docMkLst>
      <pc:sldChg chg="modSp">
        <pc:chgData name="Etienne De Oliveira" userId="361cb836-5cdc-446f-a11f-94166f94595e" providerId="ADAL" clId="{6D7853A1-C369-644F-8354-CF1AD0590C49}" dt="2024-12-12T18:04:39.153" v="21"/>
        <pc:sldMkLst>
          <pc:docMk/>
          <pc:sldMk cId="338938032" sldId="256"/>
        </pc:sldMkLst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6D7853A1-C369-644F-8354-CF1AD0590C49}" dt="2024-12-13T12:47:18.083" v="643" actId="20577"/>
        <pc:sldMkLst>
          <pc:docMk/>
          <pc:sldMk cId="1884078658" sldId="257"/>
        </pc:sldMkLst>
        <pc:spChg chg="mod">
          <ac:chgData name="Etienne De Oliveira" userId="361cb836-5cdc-446f-a11f-94166f94595e" providerId="ADAL" clId="{6D7853A1-C369-644F-8354-CF1AD0590C49}" dt="2024-12-13T12:47:18.083" v="643" actId="20577"/>
          <ac:spMkLst>
            <pc:docMk/>
            <pc:sldMk cId="1884078658" sldId="257"/>
            <ac:spMk id="3" creationId="{00000000-0000-0000-0000-000000000000}"/>
          </ac:spMkLst>
        </pc:spChg>
      </pc:sldChg>
      <pc:sldChg chg="addSp modSp mod modNotes">
        <pc:chgData name="Etienne De Oliveira" userId="361cb836-5cdc-446f-a11f-94166f94595e" providerId="ADAL" clId="{6D7853A1-C369-644F-8354-CF1AD0590C49}" dt="2024-12-12T20:01:47.734" v="52" actId="1076"/>
        <pc:sldMkLst>
          <pc:docMk/>
          <pc:sldMk cId="1080584059" sldId="258"/>
        </pc:sldMkLst>
        <pc:picChg chg="add mod">
          <ac:chgData name="Etienne De Oliveira" userId="361cb836-5cdc-446f-a11f-94166f94595e" providerId="ADAL" clId="{6D7853A1-C369-644F-8354-CF1AD0590C49}" dt="2024-12-12T20:01:47.734" v="52" actId="1076"/>
          <ac:picMkLst>
            <pc:docMk/>
            <pc:sldMk cId="1080584059" sldId="258"/>
            <ac:picMk id="3" creationId="{DEA9851E-F2B7-FDA1-4AAB-F2E98043789D}"/>
          </ac:picMkLst>
        </pc:picChg>
      </pc:sldChg>
      <pc:sldChg chg="addSp delSp modSp mod modNotes modNotesTx">
        <pc:chgData name="Etienne De Oliveira" userId="361cb836-5cdc-446f-a11f-94166f94595e" providerId="ADAL" clId="{6D7853A1-C369-644F-8354-CF1AD0590C49}" dt="2024-12-13T08:21:04.141" v="495" actId="20577"/>
        <pc:sldMkLst>
          <pc:docMk/>
          <pc:sldMk cId="3139300647" sldId="259"/>
        </pc:sldMkLst>
        <pc:spChg chg="del">
          <ac:chgData name="Etienne De Oliveira" userId="361cb836-5cdc-446f-a11f-94166f94595e" providerId="ADAL" clId="{6D7853A1-C369-644F-8354-CF1AD0590C49}" dt="2024-12-12T21:25:31.690" v="253"/>
          <ac:spMkLst>
            <pc:docMk/>
            <pc:sldMk cId="3139300647" sldId="259"/>
            <ac:spMk id="3" creationId="{0B5CD026-1DF9-0CD9-7F8D-2C1FCD63D8A9}"/>
          </ac:spMkLst>
        </pc:spChg>
        <pc:spChg chg="add mod">
          <ac:chgData name="Etienne De Oliveira" userId="361cb836-5cdc-446f-a11f-94166f94595e" providerId="ADAL" clId="{6D7853A1-C369-644F-8354-CF1AD0590C49}" dt="2024-12-12T21:37:18.658" v="334" actId="1076"/>
          <ac:spMkLst>
            <pc:docMk/>
            <pc:sldMk cId="3139300647" sldId="259"/>
            <ac:spMk id="7" creationId="{A900B167-255E-D342-6EED-480598866F94}"/>
          </ac:spMkLst>
        </pc:spChg>
        <pc:spChg chg="add mod">
          <ac:chgData name="Etienne De Oliveira" userId="361cb836-5cdc-446f-a11f-94166f94595e" providerId="ADAL" clId="{6D7853A1-C369-644F-8354-CF1AD0590C49}" dt="2024-12-12T21:37:31.086" v="338" actId="1076"/>
          <ac:spMkLst>
            <pc:docMk/>
            <pc:sldMk cId="3139300647" sldId="259"/>
            <ac:spMk id="9" creationId="{F4E036D4-C40B-C551-E3E8-BC965BEE32F9}"/>
          </ac:spMkLst>
        </pc:spChg>
        <pc:spChg chg="add del mod">
          <ac:chgData name="Etienne De Oliveira" userId="361cb836-5cdc-446f-a11f-94166f94595e" providerId="ADAL" clId="{6D7853A1-C369-644F-8354-CF1AD0590C49}" dt="2024-12-12T21:31:06.892" v="289" actId="478"/>
          <ac:spMkLst>
            <pc:docMk/>
            <pc:sldMk cId="3139300647" sldId="259"/>
            <ac:spMk id="11" creationId="{A96DCC63-B754-9C86-A7FA-241E8945E8B2}"/>
          </ac:spMkLst>
        </pc:spChg>
        <pc:spChg chg="add mod">
          <ac:chgData name="Etienne De Oliveira" userId="361cb836-5cdc-446f-a11f-94166f94595e" providerId="ADAL" clId="{6D7853A1-C369-644F-8354-CF1AD0590C49}" dt="2024-12-12T21:36:50.721" v="331" actId="20577"/>
          <ac:spMkLst>
            <pc:docMk/>
            <pc:sldMk cId="3139300647" sldId="259"/>
            <ac:spMk id="13" creationId="{F8B99160-BCD3-3CDA-5B85-F0908F3F9989}"/>
          </ac:spMkLst>
        </pc:spChg>
        <pc:spChg chg="add mod">
          <ac:chgData name="Etienne De Oliveira" userId="361cb836-5cdc-446f-a11f-94166f94595e" providerId="ADAL" clId="{6D7853A1-C369-644F-8354-CF1AD0590C49}" dt="2024-12-12T21:30:47.042" v="283" actId="1076"/>
          <ac:spMkLst>
            <pc:docMk/>
            <pc:sldMk cId="3139300647" sldId="259"/>
            <ac:spMk id="15" creationId="{454443DF-DE92-3258-9E63-D29EAADB3C91}"/>
          </ac:spMkLst>
        </pc:spChg>
        <pc:spChg chg="add mod">
          <ac:chgData name="Etienne De Oliveira" userId="361cb836-5cdc-446f-a11f-94166f94595e" providerId="ADAL" clId="{6D7853A1-C369-644F-8354-CF1AD0590C49}" dt="2024-12-12T21:28:48.613" v="268" actId="1076"/>
          <ac:spMkLst>
            <pc:docMk/>
            <pc:sldMk cId="3139300647" sldId="259"/>
            <ac:spMk id="17" creationId="{D9442E90-BDF1-832A-2F1F-97CD509017D9}"/>
          </ac:spMkLst>
        </pc:spChg>
        <pc:spChg chg="add mod">
          <ac:chgData name="Etienne De Oliveira" userId="361cb836-5cdc-446f-a11f-94166f94595e" providerId="ADAL" clId="{6D7853A1-C369-644F-8354-CF1AD0590C49}" dt="2024-12-12T21:37:44.112" v="341" actId="1076"/>
          <ac:spMkLst>
            <pc:docMk/>
            <pc:sldMk cId="3139300647" sldId="259"/>
            <ac:spMk id="19" creationId="{024D7105-EAAB-3AD2-7BDF-02C743396079}"/>
          </ac:spMkLst>
        </pc:spChg>
        <pc:picChg chg="add mod">
          <ac:chgData name="Etienne De Oliveira" userId="361cb836-5cdc-446f-a11f-94166f94595e" providerId="ADAL" clId="{6D7853A1-C369-644F-8354-CF1AD0590C49}" dt="2024-12-12T21:21:44.682" v="243" actId="1076"/>
          <ac:picMkLst>
            <pc:docMk/>
            <pc:sldMk cId="3139300647" sldId="259"/>
            <ac:picMk id="4" creationId="{B75992A1-F9CE-D559-1D19-86C1372DE1E0}"/>
          </ac:picMkLst>
        </pc:picChg>
        <pc:picChg chg="add mod">
          <ac:chgData name="Etienne De Oliveira" userId="361cb836-5cdc-446f-a11f-94166f94595e" providerId="ADAL" clId="{6D7853A1-C369-644F-8354-CF1AD0590C49}" dt="2024-12-12T21:37:21.725" v="335" actId="1076"/>
          <ac:picMkLst>
            <pc:docMk/>
            <pc:sldMk cId="3139300647" sldId="259"/>
            <ac:picMk id="5" creationId="{C4E37AB5-3696-61C5-903D-0549DBDBA088}"/>
          </ac:picMkLst>
        </pc:picChg>
        <pc:picChg chg="add mod">
          <ac:chgData name="Etienne De Oliveira" userId="361cb836-5cdc-446f-a11f-94166f94595e" providerId="ADAL" clId="{6D7853A1-C369-644F-8354-CF1AD0590C49}" dt="2024-12-12T21:31:09.963" v="290" actId="1076"/>
          <ac:picMkLst>
            <pc:docMk/>
            <pc:sldMk cId="3139300647" sldId="259"/>
            <ac:picMk id="10" creationId="{7F7D0C48-F977-7FAB-D7CC-19A7BC6155F8}"/>
          </ac:picMkLst>
        </pc:picChg>
        <pc:picChg chg="add del mod">
          <ac:chgData name="Etienne De Oliveira" userId="361cb836-5cdc-446f-a11f-94166f94595e" providerId="ADAL" clId="{6D7853A1-C369-644F-8354-CF1AD0590C49}" dt="2024-12-12T21:25:36.301" v="256" actId="478"/>
          <ac:picMkLst>
            <pc:docMk/>
            <pc:sldMk cId="3139300647" sldId="259"/>
            <ac:picMk id="1026" creationId="{FCBF1B04-DAFF-D750-D133-6E4E75429633}"/>
          </ac:picMkLst>
        </pc:picChg>
        <pc:picChg chg="add mod">
          <ac:chgData name="Etienne De Oliveira" userId="361cb836-5cdc-446f-a11f-94166f94595e" providerId="ADAL" clId="{6D7853A1-C369-644F-8354-CF1AD0590C49}" dt="2024-12-12T21:25:59.262" v="260" actId="1076"/>
          <ac:picMkLst>
            <pc:docMk/>
            <pc:sldMk cId="3139300647" sldId="259"/>
            <ac:picMk id="1028" creationId="{755EFA65-468E-112A-97FC-B0C0DABE68C9}"/>
          </ac:picMkLst>
        </pc:picChg>
        <pc:picChg chg="add mod">
          <ac:chgData name="Etienne De Oliveira" userId="361cb836-5cdc-446f-a11f-94166f94595e" providerId="ADAL" clId="{6D7853A1-C369-644F-8354-CF1AD0590C49}" dt="2024-12-12T21:29:23.739" v="273" actId="1076"/>
          <ac:picMkLst>
            <pc:docMk/>
            <pc:sldMk cId="3139300647" sldId="259"/>
            <ac:picMk id="1030" creationId="{527D214D-9DAD-7FA9-93F4-49A47D5608FA}"/>
          </ac:picMkLst>
        </pc:picChg>
        <pc:picChg chg="add mod">
          <ac:chgData name="Etienne De Oliveira" userId="361cb836-5cdc-446f-a11f-94166f94595e" providerId="ADAL" clId="{6D7853A1-C369-644F-8354-CF1AD0590C49}" dt="2024-12-12T21:30:49.458" v="284" actId="1076"/>
          <ac:picMkLst>
            <pc:docMk/>
            <pc:sldMk cId="3139300647" sldId="259"/>
            <ac:picMk id="1032" creationId="{5F8B2D94-7B03-57CB-5ED6-435C79D20356}"/>
          </ac:picMkLst>
        </pc:picChg>
      </pc:sldChg>
      <pc:sldChg chg="del">
        <pc:chgData name="Etienne De Oliveira" userId="361cb836-5cdc-446f-a11f-94166f94595e" providerId="ADAL" clId="{6D7853A1-C369-644F-8354-CF1AD0590C49}" dt="2024-12-12T21:32:38.691" v="302" actId="2696"/>
        <pc:sldMkLst>
          <pc:docMk/>
          <pc:sldMk cId="17915849" sldId="261"/>
        </pc:sldMkLst>
      </pc:sldChg>
      <pc:sldChg chg="addSp delSp modSp mod modNotes">
        <pc:chgData name="Etienne De Oliveira" userId="361cb836-5cdc-446f-a11f-94166f94595e" providerId="ADAL" clId="{6D7853A1-C369-644F-8354-CF1AD0590C49}" dt="2024-12-12T18:13:23.438" v="44" actId="1076"/>
        <pc:sldMkLst>
          <pc:docMk/>
          <pc:sldMk cId="2907996921" sldId="262"/>
        </pc:sldMkLst>
        <pc:spChg chg="del mod">
          <ac:chgData name="Etienne De Oliveira" userId="361cb836-5cdc-446f-a11f-94166f94595e" providerId="ADAL" clId="{6D7853A1-C369-644F-8354-CF1AD0590C49}" dt="2024-12-12T18:09:09.934" v="27"/>
          <ac:spMkLst>
            <pc:docMk/>
            <pc:sldMk cId="2907996921" sldId="262"/>
            <ac:spMk id="3" creationId="{8087FA01-2FE3-E6E9-77AE-CAA0B55FBC18}"/>
          </ac:spMkLst>
        </pc:spChg>
        <pc:picChg chg="add del mod">
          <ac:chgData name="Etienne De Oliveira" userId="361cb836-5cdc-446f-a11f-94166f94595e" providerId="ADAL" clId="{6D7853A1-C369-644F-8354-CF1AD0590C49}" dt="2024-12-12T18:05:57.403" v="26" actId="478"/>
          <ac:picMkLst>
            <pc:docMk/>
            <pc:sldMk cId="2907996921" sldId="262"/>
            <ac:picMk id="4" creationId="{64553E42-6C6B-46D8-0D09-99265765F4AC}"/>
          </ac:picMkLst>
        </pc:picChg>
        <pc:picChg chg="add mod">
          <ac:chgData name="Etienne De Oliveira" userId="361cb836-5cdc-446f-a11f-94166f94595e" providerId="ADAL" clId="{6D7853A1-C369-644F-8354-CF1AD0590C49}" dt="2024-12-12T18:13:23.438" v="44" actId="1076"/>
          <ac:picMkLst>
            <pc:docMk/>
            <pc:sldMk cId="2907996921" sldId="262"/>
            <ac:picMk id="6" creationId="{FE28D258-E383-2FE2-913F-D3606E3CEBC7}"/>
          </ac:picMkLst>
        </pc:picChg>
        <pc:picChg chg="add del mod">
          <ac:chgData name="Etienne De Oliveira" userId="361cb836-5cdc-446f-a11f-94166f94595e" providerId="ADAL" clId="{6D7853A1-C369-644F-8354-CF1AD0590C49}" dt="2024-12-12T18:13:16.047" v="42" actId="478"/>
          <ac:picMkLst>
            <pc:docMk/>
            <pc:sldMk cId="2907996921" sldId="262"/>
            <ac:picMk id="8" creationId="{E721D07D-D7DB-56C6-EC58-0E2F56BEAAEA}"/>
          </ac:picMkLst>
        </pc:picChg>
      </pc:sldChg>
      <pc:sldChg chg="addSp delSp modSp mod modClrScheme chgLayout">
        <pc:chgData name="Etienne De Oliveira" userId="361cb836-5cdc-446f-a11f-94166f94595e" providerId="ADAL" clId="{6D7853A1-C369-644F-8354-CF1AD0590C49}" dt="2024-12-12T21:33:00.447" v="305" actId="1076"/>
        <pc:sldMkLst>
          <pc:docMk/>
          <pc:sldMk cId="154361783" sldId="263"/>
        </pc:sldMkLst>
        <pc:spChg chg="mod ord">
          <ac:chgData name="Etienne De Oliveira" userId="361cb836-5cdc-446f-a11f-94166f94595e" providerId="ADAL" clId="{6D7853A1-C369-644F-8354-CF1AD0590C49}" dt="2024-12-12T21:33:00.447" v="305" actId="1076"/>
          <ac:spMkLst>
            <pc:docMk/>
            <pc:sldMk cId="154361783" sldId="263"/>
            <ac:spMk id="2" creationId="{B2847217-A1BF-4623-A5F5-1A0449D195EB}"/>
          </ac:spMkLst>
        </pc:spChg>
        <pc:spChg chg="del mod ord">
          <ac:chgData name="Etienne De Oliveira" userId="361cb836-5cdc-446f-a11f-94166f94595e" providerId="ADAL" clId="{6D7853A1-C369-644F-8354-CF1AD0590C49}" dt="2024-12-12T21:32:50.563" v="304" actId="700"/>
          <ac:spMkLst>
            <pc:docMk/>
            <pc:sldMk cId="154361783" sldId="263"/>
            <ac:spMk id="3" creationId="{B3925E55-2955-E8EA-2BB4-57BE76CC7914}"/>
          </ac:spMkLst>
        </pc:spChg>
        <pc:spChg chg="add mod ord">
          <ac:chgData name="Etienne De Oliveira" userId="361cb836-5cdc-446f-a11f-94166f94595e" providerId="ADAL" clId="{6D7853A1-C369-644F-8354-CF1AD0590C49}" dt="2024-12-12T21:32:50.563" v="304" actId="700"/>
          <ac:spMkLst>
            <pc:docMk/>
            <pc:sldMk cId="154361783" sldId="263"/>
            <ac:spMk id="4" creationId="{E3588CB5-276F-D40D-1CE8-8B6B3E7A4EE6}"/>
          </ac:spMkLst>
        </pc:spChg>
      </pc:sldChg>
      <pc:sldChg chg="modSp mod">
        <pc:chgData name="Etienne De Oliveira" userId="361cb836-5cdc-446f-a11f-94166f94595e" providerId="ADAL" clId="{6D7853A1-C369-644F-8354-CF1AD0590C49}" dt="2024-12-13T09:03:08.499" v="628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6D7853A1-C369-644F-8354-CF1AD0590C49}" dt="2024-12-13T09:03:08.499" v="628" actId="20577"/>
          <ac:spMkLst>
            <pc:docMk/>
            <pc:sldMk cId="326612822" sldId="265"/>
            <ac:spMk id="4" creationId="{26AD896B-77DF-A3A1-6138-0C375660B63B}"/>
          </ac:spMkLst>
        </pc:spChg>
      </pc:sldChg>
      <pc:sldChg chg="del">
        <pc:chgData name="Etienne De Oliveira" userId="361cb836-5cdc-446f-a11f-94166f94595e" providerId="ADAL" clId="{6D7853A1-C369-644F-8354-CF1AD0590C49}" dt="2024-12-12T21:32:41.078" v="303" actId="2696"/>
        <pc:sldMkLst>
          <pc:docMk/>
          <pc:sldMk cId="592460231" sldId="267"/>
        </pc:sldMkLst>
      </pc:sldChg>
      <pc:sldChg chg="modSp mod modNotes">
        <pc:chgData name="Etienne De Oliveira" userId="361cb836-5cdc-446f-a11f-94166f94595e" providerId="ADAL" clId="{6D7853A1-C369-644F-8354-CF1AD0590C49}" dt="2024-12-13T08:31:55.080" v="620" actId="5793"/>
        <pc:sldMkLst>
          <pc:docMk/>
          <pc:sldMk cId="1055931126" sldId="268"/>
        </pc:sldMkLst>
        <pc:spChg chg="mod">
          <ac:chgData name="Etienne De Oliveira" userId="361cb836-5cdc-446f-a11f-94166f94595e" providerId="ADAL" clId="{6D7853A1-C369-644F-8354-CF1AD0590C49}" dt="2024-12-13T08:31:55.080" v="620" actId="5793"/>
          <ac:spMkLst>
            <pc:docMk/>
            <pc:sldMk cId="1055931126" sldId="268"/>
            <ac:spMk id="3" creationId="{1C7B6FFE-3CE7-D916-BBB8-D13BD1BF7DA3}"/>
          </ac:spMkLst>
        </pc:spChg>
      </pc:sldChg>
      <pc:sldChg chg="addSp delSp modSp new mod">
        <pc:chgData name="Etienne De Oliveira" userId="361cb836-5cdc-446f-a11f-94166f94595e" providerId="ADAL" clId="{6D7853A1-C369-644F-8354-CF1AD0590C49}" dt="2024-12-12T21:00:55.298" v="169" actId="1076"/>
        <pc:sldMkLst>
          <pc:docMk/>
          <pc:sldMk cId="1703575271" sldId="269"/>
        </pc:sldMkLst>
        <pc:spChg chg="del">
          <ac:chgData name="Etienne De Oliveira" userId="361cb836-5cdc-446f-a11f-94166f94595e" providerId="ADAL" clId="{6D7853A1-C369-644F-8354-CF1AD0590C49}" dt="2024-12-12T21:00:34.828" v="163"/>
          <ac:spMkLst>
            <pc:docMk/>
            <pc:sldMk cId="1703575271" sldId="269"/>
            <ac:spMk id="3" creationId="{C37B5D61-546A-2EF7-38D1-444EE9A8340D}"/>
          </ac:spMkLst>
        </pc:spChg>
        <pc:picChg chg="add del mod">
          <ac:chgData name="Etienne De Oliveira" userId="361cb836-5cdc-446f-a11f-94166f94595e" providerId="ADAL" clId="{6D7853A1-C369-644F-8354-CF1AD0590C49}" dt="2024-12-12T21:00:23.613" v="162" actId="478"/>
          <ac:picMkLst>
            <pc:docMk/>
            <pc:sldMk cId="1703575271" sldId="269"/>
            <ac:picMk id="4" creationId="{8F828F4D-76D5-D45E-0B9B-8707E6D059BC}"/>
          </ac:picMkLst>
        </pc:picChg>
        <pc:picChg chg="add mod">
          <ac:chgData name="Etienne De Oliveira" userId="361cb836-5cdc-446f-a11f-94166f94595e" providerId="ADAL" clId="{6D7853A1-C369-644F-8354-CF1AD0590C49}" dt="2024-12-12T21:00:55.298" v="169" actId="1076"/>
          <ac:picMkLst>
            <pc:docMk/>
            <pc:sldMk cId="1703575271" sldId="269"/>
            <ac:picMk id="6" creationId="{EC7A3723-DFE4-74E3-0F4A-7CD4ED8174E8}"/>
          </ac:picMkLst>
        </pc:picChg>
      </pc:sldChg>
      <pc:sldChg chg="addSp delSp modSp new mod chgLayout">
        <pc:chgData name="Etienne De Oliveira" userId="361cb836-5cdc-446f-a11f-94166f94595e" providerId="ADAL" clId="{6D7853A1-C369-644F-8354-CF1AD0590C49}" dt="2024-12-13T08:27:01.578" v="564" actId="20577"/>
        <pc:sldMkLst>
          <pc:docMk/>
          <pc:sldMk cId="417768486" sldId="270"/>
        </pc:sldMkLst>
        <pc:spChg chg="del">
          <ac:chgData name="Etienne De Oliveira" userId="361cb836-5cdc-446f-a11f-94166f94595e" providerId="ADAL" clId="{6D7853A1-C369-644F-8354-CF1AD0590C49}" dt="2024-12-13T07:33:47.507" v="343" actId="478"/>
          <ac:spMkLst>
            <pc:docMk/>
            <pc:sldMk cId="417768486" sldId="270"/>
            <ac:spMk id="2" creationId="{00CADF9A-02A8-F19D-FEA4-BB9245346EBC}"/>
          </ac:spMkLst>
        </pc:spChg>
        <pc:spChg chg="del">
          <ac:chgData name="Etienne De Oliveira" userId="361cb836-5cdc-446f-a11f-94166f94595e" providerId="ADAL" clId="{6D7853A1-C369-644F-8354-CF1AD0590C49}" dt="2024-12-12T21:31:43.732" v="294"/>
          <ac:spMkLst>
            <pc:docMk/>
            <pc:sldMk cId="417768486" sldId="270"/>
            <ac:spMk id="3" creationId="{ED77D258-2707-761F-8209-53336BE4625E}"/>
          </ac:spMkLst>
        </pc:spChg>
        <pc:spChg chg="add mod">
          <ac:chgData name="Etienne De Oliveira" userId="361cb836-5cdc-446f-a11f-94166f94595e" providerId="ADAL" clId="{6D7853A1-C369-644F-8354-CF1AD0590C49}" dt="2024-12-12T21:32:13.413" v="299" actId="478"/>
          <ac:spMkLst>
            <pc:docMk/>
            <pc:sldMk cId="417768486" sldId="270"/>
            <ac:spMk id="7" creationId="{2082F8E4-27F0-4E16-38FE-F856CC478B70}"/>
          </ac:spMkLst>
        </pc:spChg>
        <pc:spChg chg="add mod ord">
          <ac:chgData name="Etienne De Oliveira" userId="361cb836-5cdc-446f-a11f-94166f94595e" providerId="ADAL" clId="{6D7853A1-C369-644F-8354-CF1AD0590C49}" dt="2024-12-13T08:27:01.578" v="564" actId="20577"/>
          <ac:spMkLst>
            <pc:docMk/>
            <pc:sldMk cId="417768486" sldId="270"/>
            <ac:spMk id="8" creationId="{0AA58380-3298-2104-D36F-C2BE0AFC3424}"/>
          </ac:spMkLst>
        </pc:spChg>
        <pc:spChg chg="add del mod ord">
          <ac:chgData name="Etienne De Oliveira" userId="361cb836-5cdc-446f-a11f-94166f94595e" providerId="ADAL" clId="{6D7853A1-C369-644F-8354-CF1AD0590C49}" dt="2024-12-13T07:35:43.652" v="356" actId="478"/>
          <ac:spMkLst>
            <pc:docMk/>
            <pc:sldMk cId="417768486" sldId="270"/>
            <ac:spMk id="10" creationId="{76832FC7-3087-0474-4516-A68E977FA766}"/>
          </ac:spMkLst>
        </pc:spChg>
        <pc:graphicFrameChg chg="add mod">
          <ac:chgData name="Etienne De Oliveira" userId="361cb836-5cdc-446f-a11f-94166f94595e" providerId="ADAL" clId="{6D7853A1-C369-644F-8354-CF1AD0590C49}" dt="2024-12-13T07:34:43.771" v="344"/>
          <ac:graphicFrameMkLst>
            <pc:docMk/>
            <pc:sldMk cId="417768486" sldId="270"/>
            <ac:graphicFrameMk id="3" creationId="{EC041B4A-D2C8-CD0C-B066-3BDFC256BF43}"/>
          </ac:graphicFrameMkLst>
        </pc:graphicFrameChg>
        <pc:graphicFrameChg chg="add mod">
          <ac:chgData name="Etienne De Oliveira" userId="361cb836-5cdc-446f-a11f-94166f94595e" providerId="ADAL" clId="{6D7853A1-C369-644F-8354-CF1AD0590C49}" dt="2024-12-13T07:35:15.932" v="349" actId="1076"/>
          <ac:graphicFrameMkLst>
            <pc:docMk/>
            <pc:sldMk cId="417768486" sldId="270"/>
            <ac:graphicFrameMk id="4" creationId="{0C74B956-91B1-37AA-F66E-20F005BB0BA6}"/>
          </ac:graphicFrameMkLst>
        </pc:graphicFrameChg>
        <pc:graphicFrameChg chg="add del mod modGraphic">
          <ac:chgData name="Etienne De Oliveira" userId="361cb836-5cdc-446f-a11f-94166f94595e" providerId="ADAL" clId="{6D7853A1-C369-644F-8354-CF1AD0590C49}" dt="2024-12-12T21:32:13.413" v="299" actId="478"/>
          <ac:graphicFrameMkLst>
            <pc:docMk/>
            <pc:sldMk cId="417768486" sldId="270"/>
            <ac:graphicFrameMk id="4" creationId="{EA301CCC-68EB-C454-8853-0CE5E8189632}"/>
          </ac:graphicFrameMkLst>
        </pc:graphicFrameChg>
        <pc:picChg chg="add mod">
          <ac:chgData name="Etienne De Oliveira" userId="361cb836-5cdc-446f-a11f-94166f94595e" providerId="ADAL" clId="{6D7853A1-C369-644F-8354-CF1AD0590C49}" dt="2024-12-12T21:32:30.614" v="301" actId="1076"/>
          <ac:picMkLst>
            <pc:docMk/>
            <pc:sldMk cId="417768486" sldId="270"/>
            <ac:picMk id="5" creationId="{EB4D3227-A758-3110-3EDA-E8960855EA4D}"/>
          </ac:picMkLst>
        </pc:picChg>
        <pc:picChg chg="add del mod">
          <ac:chgData name="Etienne De Oliveira" userId="361cb836-5cdc-446f-a11f-94166f94595e" providerId="ADAL" clId="{6D7853A1-C369-644F-8354-CF1AD0590C49}" dt="2024-12-13T07:35:34.285" v="354" actId="478"/>
          <ac:picMkLst>
            <pc:docMk/>
            <pc:sldMk cId="417768486" sldId="270"/>
            <ac:picMk id="6" creationId="{5137C4F3-D8D2-7B36-D6ED-962B130184F2}"/>
          </ac:picMkLst>
        </pc:picChg>
        <pc:picChg chg="del">
          <ac:chgData name="Etienne De Oliveira" userId="361cb836-5cdc-446f-a11f-94166f94595e" providerId="ADAL" clId="{6D7853A1-C369-644F-8354-CF1AD0590C49}" dt="2024-12-13T07:33:44.233" v="342" actId="478"/>
          <ac:picMkLst>
            <pc:docMk/>
            <pc:sldMk cId="417768486" sldId="270"/>
            <ac:picMk id="9" creationId="{045CFE66-DF3C-4CBB-BD30-4B0F60E48507}"/>
          </ac:picMkLst>
        </pc:picChg>
      </pc:sldChg>
      <pc:sldChg chg="new del">
        <pc:chgData name="Etienne De Oliveira" userId="361cb836-5cdc-446f-a11f-94166f94595e" providerId="ADAL" clId="{6D7853A1-C369-644F-8354-CF1AD0590C49}" dt="2024-12-13T12:46:56.456" v="630" actId="680"/>
        <pc:sldMkLst>
          <pc:docMk/>
          <pc:sldMk cId="1544463268" sldId="271"/>
        </pc:sldMkLst>
      </pc:sldChg>
      <pc:sldChg chg="modSp new del mod">
        <pc:chgData name="Etienne De Oliveira" userId="361cb836-5cdc-446f-a11f-94166f94595e" providerId="ADAL" clId="{6D7853A1-C369-644F-8354-CF1AD0590C49}" dt="2024-12-13T08:26:55.085" v="563" actId="2696"/>
        <pc:sldMkLst>
          <pc:docMk/>
          <pc:sldMk cId="4186353014" sldId="271"/>
        </pc:sldMkLst>
        <pc:spChg chg="mod">
          <ac:chgData name="Etienne De Oliveira" userId="361cb836-5cdc-446f-a11f-94166f94595e" providerId="ADAL" clId="{6D7853A1-C369-644F-8354-CF1AD0590C49}" dt="2024-12-13T08:23:21.946" v="562" actId="20577"/>
          <ac:spMkLst>
            <pc:docMk/>
            <pc:sldMk cId="4186353014" sldId="271"/>
            <ac:spMk id="3" creationId="{EA00D088-FDC3-373D-3EF1-5F968219875B}"/>
          </ac:spMkLst>
        </pc:spChg>
      </pc:sldChg>
      <pc:sldMasterChg chg="modSp modSldLayout">
        <pc:chgData name="Etienne De Oliveira" userId="361cb836-5cdc-446f-a11f-94166f94595e" providerId="ADAL" clId="{6D7853A1-C369-644F-8354-CF1AD0590C49}" dt="2024-12-12T18:04:39.153" v="21"/>
        <pc:sldMasterMkLst>
          <pc:docMk/>
          <pc:sldMasterMk cId="0" sldId="2147483864"/>
        </pc:sldMasterMkLst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2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3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4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5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7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8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9" creationId="{00000000-0000-0000-0000-000000000000}"/>
          </ac:spMkLst>
        </pc:spChg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0" sldId="2147483865"/>
          </pc:sldLayoutMkLst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0" sldId="2147483865"/>
              <ac:spMk id="2" creationId="{00000000-0000-0000-0000-000000000000}"/>
            </ac:spMkLst>
          </pc:spChg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0" sldId="2147483865"/>
              <ac:spMk id="3" creationId="{00000000-0000-0000-0000-000000000000}"/>
            </ac:spMkLst>
          </pc:spChg>
        </pc:sldLayoutChg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2339072049" sldId="2147483866"/>
          </pc:sldLayoutMkLst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2339072049" sldId="2147483866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1D126-14EC-460E-9C76-FA65681DFC06}" type="datetimeFigureOut">
              <a:rPr lang="fr-FR" smtClean="0"/>
              <a:t>13/12/2024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40EB4-32B3-4FAC-9003-BA05CC9FE1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64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1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190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0,53 x 12 = 6,36 plus encore chaque condo</a:t>
            </a:r>
          </a:p>
          <a:p>
            <a:r>
              <a:rPr lang="fr-FR" dirty="0"/>
              <a:t>6,6 pour cercle</a:t>
            </a:r>
          </a:p>
          <a:p>
            <a:r>
              <a:rPr lang="fr-FR" dirty="0"/>
              <a:t>Connecteur carte to carte header 20 pos</a:t>
            </a:r>
          </a:p>
          <a:p>
            <a:endParaRPr lang="fr-FR" dirty="0"/>
          </a:p>
          <a:p>
            <a:r>
              <a:rPr lang="fr-FR" dirty="0"/>
              <a:t>RAM 58kB mais plus petit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92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87500"/>
            <a:ext cx="7543800" cy="2161646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6461760" cy="8890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67544" y="1357333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07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7620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2" y="0"/>
            <a:ext cx="685800" cy="5715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458202" y="457200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800"/>
          </a:p>
        </p:txBody>
      </p:sp>
      <p:sp>
        <p:nvSpPr>
          <p:cNvPr id="9" name="ZoneTexte 8"/>
          <p:cNvSpPr txBox="1"/>
          <p:nvPr/>
        </p:nvSpPr>
        <p:spPr>
          <a:xfrm>
            <a:off x="8492952" y="0"/>
            <a:ext cx="553998" cy="43977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l"/>
            <a:r>
              <a:rPr lang="fr-FR" sz="2400">
                <a:solidFill>
                  <a:schemeClr val="bg1"/>
                </a:solidFill>
              </a:rPr>
              <a:t>Electronique</a:t>
            </a:r>
          </a:p>
        </p:txBody>
      </p:sp>
      <p:sp>
        <p:nvSpPr>
          <p:cNvPr id="4" name="Parenthèses 3"/>
          <p:cNvSpPr/>
          <p:nvPr/>
        </p:nvSpPr>
        <p:spPr>
          <a:xfrm>
            <a:off x="8513069" y="4677730"/>
            <a:ext cx="576064" cy="360040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fld id="{DE558618-995F-4F44-A3C4-04FEF3C3CE9A}" type="slidenum">
              <a:rPr lang="fr-FR" sz="1800" smtClean="0">
                <a:solidFill>
                  <a:schemeClr val="bg1"/>
                </a:solidFill>
              </a:rPr>
              <a:t>‹N°›</a:t>
            </a:fld>
            <a:endParaRPr lang="fr-FR" sz="180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244408" y="5317776"/>
            <a:ext cx="1152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800" dirty="0">
                <a:solidFill>
                  <a:schemeClr val="bg1"/>
                </a:solidFill>
                <a:latin typeface="ETML" panose="020B0603050302020204" pitchFamily="34" charset="0"/>
              </a:rPr>
              <a:t>ETML-es</a:t>
            </a:r>
            <a:endParaRPr lang="fr-CH" sz="1000" dirty="0">
              <a:solidFill>
                <a:schemeClr val="bg1"/>
              </a:solidFill>
              <a:latin typeface="ETML" panose="020B06030503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1" baseline="0">
          <a:ln>
            <a:noFill/>
          </a:ln>
          <a:solidFill>
            <a:schemeClr val="tx2"/>
          </a:solidFill>
          <a:effectLst/>
          <a:latin typeface="+mn-lt"/>
          <a:ea typeface="+mj-ea"/>
          <a:cs typeface="+mj-cs"/>
        </a:defRPr>
      </a:lvl1pPr>
    </p:titleStyle>
    <p:bodyStyle>
      <a:lvl1pPr marL="539750" indent="-454026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563" indent="-355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s://eduvaud-my.sharepoint.com/personal/etienne_deoliveira_eduvaud_ch/Documents/ETML-ES/SLO2/PROJ/2418_DemonstrateurGraphique/doc/Planification-DeOliveira-20241212_215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Document_Microsoft_Word.doc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2418-Démonstrateur graphiques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De Oliveira Etienne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683568" y="4769970"/>
            <a:ext cx="1667444" cy="261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1" dirty="0">
                <a:solidFill>
                  <a:schemeClr val="tx2"/>
                </a:solidFill>
              </a:rPr>
              <a:t>Version : 11.12.2024 / 0.0</a:t>
            </a:r>
          </a:p>
        </p:txBody>
      </p:sp>
    </p:spTree>
    <p:extLst>
      <p:ext uri="{BB962C8B-B14F-4D97-AF65-F5344CB8AC3E}">
        <p14:creationId xmlns:p14="http://schemas.microsoft.com/office/powerpoint/2010/main" val="33893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Cahier des charges</a:t>
            </a:r>
          </a:p>
          <a:p>
            <a:r>
              <a:rPr lang="fr-CH" dirty="0"/>
              <a:t>Actuellement</a:t>
            </a:r>
          </a:p>
          <a:p>
            <a:r>
              <a:rPr lang="fr-CH" dirty="0"/>
              <a:t>Schéma bloc</a:t>
            </a:r>
          </a:p>
          <a:p>
            <a:r>
              <a:rPr lang="fr-CH" dirty="0"/>
              <a:t>Choix composants</a:t>
            </a:r>
          </a:p>
          <a:p>
            <a:r>
              <a:rPr lang="fr-CH" dirty="0"/>
              <a:t>Estimation coûts</a:t>
            </a:r>
          </a:p>
          <a:p>
            <a:r>
              <a:rPr lang="fr-CH" dirty="0"/>
              <a:t>Suite</a:t>
            </a:r>
          </a:p>
          <a:p>
            <a:r>
              <a:rPr lang="fr-CH" dirty="0"/>
              <a:t>Questions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8407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9AAD0-D93F-4807-C3BA-73C30732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Cahier des charges</a:t>
            </a:r>
          </a:p>
        </p:txBody>
      </p:sp>
      <p:pic>
        <p:nvPicPr>
          <p:cNvPr id="6" name="Espace réservé du contenu 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FE28D258-E383-2FE2-913F-D3606E3CE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72" y="1057300"/>
            <a:ext cx="5904656" cy="4729278"/>
          </a:xfrm>
        </p:spPr>
      </p:pic>
    </p:spTree>
    <p:extLst>
      <p:ext uri="{BB962C8B-B14F-4D97-AF65-F5344CB8AC3E}">
        <p14:creationId xmlns:p14="http://schemas.microsoft.com/office/powerpoint/2010/main" val="290799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7EBA4-B9BE-4427-6338-3B3B0F45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Actuellement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7B6FFE-3CE7-D916-BBB8-D13BD1BF7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Fini CDC </a:t>
            </a:r>
          </a:p>
          <a:p>
            <a:r>
              <a:rPr lang="fr-FR" dirty="0"/>
              <a:t>Fait schéma bloc</a:t>
            </a:r>
          </a:p>
          <a:p>
            <a:r>
              <a:rPr lang="fr-FR" dirty="0"/>
              <a:t>Choisi certains composants</a:t>
            </a:r>
          </a:p>
          <a:p>
            <a:r>
              <a:rPr lang="fr-FR" dirty="0"/>
              <a:t>Fait pré-étude</a:t>
            </a:r>
          </a:p>
          <a:p>
            <a:pPr marL="85724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593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CA57BE-0031-EDB6-B0CB-0C892E62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Planification</a:t>
            </a:r>
          </a:p>
        </p:txBody>
      </p:sp>
      <p:graphicFrame>
        <p:nvGraphicFramePr>
          <p:cNvPr id="8" name="Espace réservé du contenu 7">
            <a:hlinkClick r:id="rId2"/>
            <a:extLst>
              <a:ext uri="{FF2B5EF4-FFF2-40B4-BE49-F238E27FC236}">
                <a16:creationId xmlns:a16="http://schemas.microsoft.com/office/drawing/2014/main" id="{9D823D62-713E-454D-A627-21A3E67DF79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370413"/>
              </p:ext>
            </p:extLst>
          </p:nvPr>
        </p:nvGraphicFramePr>
        <p:xfrm>
          <a:off x="323528" y="13453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771480" progId="Acrobat.Document.DC">
                  <p:embed/>
                </p:oleObj>
              </mc:Choice>
              <mc:Fallback>
                <p:oleObj name="Acrobat Document" showAsIcon="1" r:id="rId3" imgW="914400" imgH="771480" progId="Acrobat.Document.DC">
                  <p:embed/>
                  <p:pic>
                    <p:nvPicPr>
                      <p:cNvPr id="8" name="Espace réservé du contenu 7">
                        <a:hlinkClick r:id="rId2"/>
                        <a:extLst>
                          <a:ext uri="{FF2B5EF4-FFF2-40B4-BE49-F238E27FC236}">
                            <a16:creationId xmlns:a16="http://schemas.microsoft.com/office/drawing/2014/main" id="{9D823D62-713E-454D-A627-21A3E67DF7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528" y="13453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3575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6DAA07-83BE-AEA1-A508-8D05EAF1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Schéma bloc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28FA166-A7E9-4A59-98E9-5F1BF682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30C591EE-F2D7-4D87-A08F-151B2EEDD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01099"/>
            <a:ext cx="8581580" cy="325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58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D68410-A703-A114-CD93-C80867CE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Choix composants</a:t>
            </a:r>
          </a:p>
        </p:txBody>
      </p:sp>
      <p:pic>
        <p:nvPicPr>
          <p:cNvPr id="4" name="Image 3" descr="NHD-5.0-800480FT-CTXL-T">
            <a:extLst>
              <a:ext uri="{FF2B5EF4-FFF2-40B4-BE49-F238E27FC236}">
                <a16:creationId xmlns:a16="http://schemas.microsoft.com/office/drawing/2014/main" id="{B75992A1-F9CE-D559-1D19-86C1372DE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81365"/>
            <a:ext cx="2522401" cy="25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1643">
            <a:extLst>
              <a:ext uri="{FF2B5EF4-FFF2-40B4-BE49-F238E27FC236}">
                <a16:creationId xmlns:a16="http://schemas.microsoft.com/office/drawing/2014/main" id="{C4E37AB5-3696-61C5-903D-0549DBDBA0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29637" y="1235223"/>
            <a:ext cx="1869960" cy="18699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900B167-255E-D342-6EED-480598866F94}"/>
              </a:ext>
            </a:extLst>
          </p:cNvPr>
          <p:cNvSpPr txBox="1"/>
          <p:nvPr/>
        </p:nvSpPr>
        <p:spPr>
          <a:xfrm>
            <a:off x="107504" y="3062956"/>
            <a:ext cx="469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NHD-5.0-800480FT-CTXL-T 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E036D4-C40B-C551-E3E8-BC965BEE32F9}"/>
              </a:ext>
            </a:extLst>
          </p:cNvPr>
          <p:cNvSpPr txBox="1"/>
          <p:nvPr/>
        </p:nvSpPr>
        <p:spPr>
          <a:xfrm>
            <a:off x="6336776" y="3068804"/>
            <a:ext cx="469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1528-1102-ND</a:t>
            </a:r>
            <a:r>
              <a:rPr lang="fr-CH" dirty="0">
                <a:effectLst/>
              </a:rPr>
              <a:t> </a:t>
            </a:r>
            <a:endParaRPr lang="fr-FR" dirty="0"/>
          </a:p>
        </p:txBody>
      </p:sp>
      <p:pic>
        <p:nvPicPr>
          <p:cNvPr id="10" name="Image 9" descr="PEC12R-4217F-S0024">
            <a:extLst>
              <a:ext uri="{FF2B5EF4-FFF2-40B4-BE49-F238E27FC236}">
                <a16:creationId xmlns:a16="http://schemas.microsoft.com/office/drawing/2014/main" id="{7F7D0C48-F977-7FAB-D7CC-19A7BC6155F8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968" y="1790098"/>
            <a:ext cx="1246464" cy="115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55EFA65-468E-112A-97FC-B0C0DABE6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85667"/>
            <a:ext cx="3277977" cy="183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8B99160-BCD3-3CDA-5B85-F0908F3F9989}"/>
              </a:ext>
            </a:extLst>
          </p:cNvPr>
          <p:cNvSpPr txBox="1"/>
          <p:nvPr/>
        </p:nvSpPr>
        <p:spPr>
          <a:xfrm>
            <a:off x="1331640" y="4979497"/>
            <a:ext cx="5005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130-18-127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Visaton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54443DF-DE92-3258-9E63-D29EAADB3C91}"/>
              </a:ext>
            </a:extLst>
          </p:cNvPr>
          <p:cNvSpPr txBox="1"/>
          <p:nvPr/>
        </p:nvSpPr>
        <p:spPr>
          <a:xfrm>
            <a:off x="3378543" y="4972410"/>
            <a:ext cx="662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TPS2117</a:t>
            </a:r>
            <a:r>
              <a:rPr lang="fr-CH" dirty="0">
                <a:effectLst/>
              </a:rPr>
              <a:t> 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442E90-BDF1-832A-2F1F-97CD509017D9}"/>
              </a:ext>
            </a:extLst>
          </p:cNvPr>
          <p:cNvSpPr txBox="1"/>
          <p:nvPr/>
        </p:nvSpPr>
        <p:spPr>
          <a:xfrm>
            <a:off x="5253420" y="4975425"/>
            <a:ext cx="5005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PIC32MX795F512H</a:t>
            </a:r>
            <a:r>
              <a:rPr lang="fr-CH" dirty="0">
                <a:effectLst/>
              </a:rPr>
              <a:t> </a:t>
            </a:r>
            <a:endParaRPr lang="fr-FR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27D214D-9DAD-7FA9-93F4-49A47D560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295" y="3780541"/>
            <a:ext cx="1402480" cy="116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exas Instruments TPS2117DRLR Vergrößertes Bild">
            <a:extLst>
              <a:ext uri="{FF2B5EF4-FFF2-40B4-BE49-F238E27FC236}">
                <a16:creationId xmlns:a16="http://schemas.microsoft.com/office/drawing/2014/main" id="{5F8B2D94-7B03-57CB-5ED6-435C79D2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34" y="3873764"/>
            <a:ext cx="2005144" cy="9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24D7105-EAAB-3AD2-7BDF-02C743396079}"/>
              </a:ext>
            </a:extLst>
          </p:cNvPr>
          <p:cNvSpPr txBox="1"/>
          <p:nvPr/>
        </p:nvSpPr>
        <p:spPr>
          <a:xfrm>
            <a:off x="3326180" y="3051233"/>
            <a:ext cx="2655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CH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PEC12R-4225F-S0024-ND</a:t>
            </a:r>
            <a:endParaRPr lang="fr-CH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0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0C74B956-91B1-37AA-F66E-20F005BB0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750857"/>
              </p:ext>
            </p:extLst>
          </p:nvPr>
        </p:nvGraphicFramePr>
        <p:xfrm>
          <a:off x="2483768" y="72374"/>
          <a:ext cx="4608512" cy="557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69000" imgH="7213600" progId="Word.Document.12">
                  <p:embed/>
                </p:oleObj>
              </mc:Choice>
              <mc:Fallback>
                <p:oleObj name="Document" r:id="rId2" imgW="5969000" imgH="7213600" progId="Word.Document.12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0C74B956-91B1-37AA-F66E-20F005BB0B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83768" y="72374"/>
                        <a:ext cx="4608512" cy="5570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re 7">
            <a:extLst>
              <a:ext uri="{FF2B5EF4-FFF2-40B4-BE49-F238E27FC236}">
                <a16:creationId xmlns:a16="http://schemas.microsoft.com/office/drawing/2014/main" id="{0AA58380-3298-2104-D36F-C2BE0AFC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Coûts</a:t>
            </a:r>
          </a:p>
        </p:txBody>
      </p:sp>
    </p:spTree>
    <p:extLst>
      <p:ext uri="{BB962C8B-B14F-4D97-AF65-F5344CB8AC3E}">
        <p14:creationId xmlns:p14="http://schemas.microsoft.com/office/powerpoint/2010/main" val="41776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92600-3858-1DF6-4651-9286BDFE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Suite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AD896B-77DF-A3A1-6138-0C375660B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Finir choisir composants</a:t>
            </a:r>
          </a:p>
          <a:p>
            <a:r>
              <a:rPr lang="fr-FR" dirty="0"/>
              <a:t>Faire schéma</a:t>
            </a:r>
          </a:p>
          <a:p>
            <a:r>
              <a:rPr lang="fr-FR" dirty="0"/>
              <a:t>PCB / assemblage</a:t>
            </a:r>
          </a:p>
          <a:p>
            <a:r>
              <a:rPr lang="fr-FR" dirty="0"/>
              <a:t>Code</a:t>
            </a:r>
          </a:p>
          <a:p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2661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47217-A1BF-4623-A5F5-1A0449D19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760" y="1201316"/>
            <a:ext cx="7543800" cy="2161646"/>
          </a:xfrm>
        </p:spPr>
        <p:txBody>
          <a:bodyPr/>
          <a:lstStyle/>
          <a:p>
            <a:r>
              <a:rPr lang="fr-CH" dirty="0"/>
              <a:t>Questions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E3588CB5-276F-D40D-1CE8-8B6B3E7A4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61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&amp;M Modèle de présentation">
  <a:themeElements>
    <a:clrScheme name="Élémentair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tiguïté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de présentation  -  Lecture seule" id="{17B0FDF4-D91F-4A38-B673-F171B8498182}" vid="{AE15DD06-3818-4156-AEE1-4AEF9096756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243413599C6F4CB4D59275715D131A" ma:contentTypeVersion="16" ma:contentTypeDescription="Crée un document." ma:contentTypeScope="" ma:versionID="518951156aef62d4234428b6d33a7ded">
  <xsd:schema xmlns:xsd="http://www.w3.org/2001/XMLSchema" xmlns:xs="http://www.w3.org/2001/XMLSchema" xmlns:p="http://schemas.microsoft.com/office/2006/metadata/properties" xmlns:ns2="a76a5b68-36f4-4075-8f08-11ccac514aef" xmlns:ns3="f32b6767-d1bc-45b2-b316-f8392d53e3b6" targetNamespace="http://schemas.microsoft.com/office/2006/metadata/properties" ma:root="true" ma:fieldsID="56f7eb540e350af687d6531e6f18f4f5" ns2:_="" ns3:_="">
    <xsd:import namespace="a76a5b68-36f4-4075-8f08-11ccac514aef"/>
    <xsd:import namespace="f32b6767-d1bc-45b2-b316-f8392d53e3b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6a5b68-36f4-4075-8f08-11ccac514a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7f74742-f6bc-4a3e-ace8-df63df91eaaf}" ma:internalName="TaxCatchAll" ma:showField="CatchAllData" ma:web="a76a5b68-36f4-4075-8f08-11ccac51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b6767-d1bc-45b2-b316-f8392d53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2b6767-d1bc-45b2-b316-f8392d53e3b6">
      <Terms xmlns="http://schemas.microsoft.com/office/infopath/2007/PartnerControls"/>
    </lcf76f155ced4ddcb4097134ff3c332f>
    <TaxCatchAll xmlns="a76a5b68-36f4-4075-8f08-11ccac514aef" xsi:nil="true"/>
  </documentManagement>
</p:properties>
</file>

<file path=customXml/itemProps1.xml><?xml version="1.0" encoding="utf-8"?>
<ds:datastoreItem xmlns:ds="http://schemas.openxmlformats.org/officeDocument/2006/customXml" ds:itemID="{BA034B1E-FCCE-4D59-9146-2A0386512C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6a5b68-36f4-4075-8f08-11ccac514aef"/>
    <ds:schemaRef ds:uri="f32b6767-d1bc-45b2-b316-f8392d53e3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BE2339-AB41-4A7E-9E21-300606242A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3A41D7-47D6-4EF5-A51F-085F1622230C}">
  <ds:schemaRefs>
    <ds:schemaRef ds:uri="f32b6767-d1bc-45b2-b316-f8392d53e3b6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elements/1.1/"/>
    <ds:schemaRef ds:uri="a76a5b68-36f4-4075-8f08-11ccac514aef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fin module 1</Template>
  <TotalTime>1574</TotalTime>
  <Words>90</Words>
  <Application>Microsoft Macintosh PowerPoint</Application>
  <PresentationFormat>Affichage à l'écran (16:10)</PresentationFormat>
  <Paragraphs>43</Paragraphs>
  <Slides>10</Slides>
  <Notes>4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Arial</vt:lpstr>
      <vt:lpstr>Calibri</vt:lpstr>
      <vt:lpstr>ETML</vt:lpstr>
      <vt:lpstr>Times New Roman</vt:lpstr>
      <vt:lpstr>Wingdings</vt:lpstr>
      <vt:lpstr>T&amp;M Modèle de présentation</vt:lpstr>
      <vt:lpstr>Acrobat Document</vt:lpstr>
      <vt:lpstr>Document Microsoft Word</vt:lpstr>
      <vt:lpstr>2418-Démonstrateur graphiques</vt:lpstr>
      <vt:lpstr>Sommaire</vt:lpstr>
      <vt:lpstr>Cahier des charges</vt:lpstr>
      <vt:lpstr>Actuellement</vt:lpstr>
      <vt:lpstr>Planification</vt:lpstr>
      <vt:lpstr>Schéma bloc</vt:lpstr>
      <vt:lpstr>Choix composants</vt:lpstr>
      <vt:lpstr>Coûts</vt:lpstr>
      <vt:lpstr>Suite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 premier module</dc:title>
  <dc:subject/>
  <dc:creator>Etienne De Oliveira</dc:creator>
  <cp:keywords/>
  <dc:description/>
  <cp:lastModifiedBy>Etienne De Oliveira</cp:lastModifiedBy>
  <cp:revision>2</cp:revision>
  <dcterms:created xsi:type="dcterms:W3CDTF">2022-09-26T08:28:07Z</dcterms:created>
  <dcterms:modified xsi:type="dcterms:W3CDTF">2024-12-13T12:47:24Z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0x01010043243413599C6F4CB4D59275715D131A</vt:lpwstr>
  </property>
  <property fmtid="{D5CDD505-2E9C-101B-9397-08002B2CF9AE}" pid="3" name="MediaServiceImageTags">
    <vt:lpwstr/>
  </property>
</Properties>
</file>